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ay"/>
      <p:regular r:id="rId10"/>
      <p:bold r:id="rId11"/>
    </p:embeddedFont>
    <p:embeddedFont>
      <p:font typeface="Geo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/N/iZfVGmKWKPeJpmX9Lw5Efc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3648E4-E7BC-41CA-9851-7E7590F10CE5}">
  <a:tblStyle styleId="{E13648E4-E7BC-41CA-9851-7E7590F10C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3" Type="http://schemas.openxmlformats.org/officeDocument/2006/relationships/font" Target="fonts/Geom-bold.fntdata"/><Relationship Id="rId12" Type="http://schemas.openxmlformats.org/officeDocument/2006/relationships/font" Target="fonts/Geo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eom-boldItalic.fntdata"/><Relationship Id="rId14" Type="http://schemas.openxmlformats.org/officeDocument/2006/relationships/font" Target="fonts/Geom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7F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196952" y="139017"/>
            <a:ext cx="11798097" cy="6483526"/>
            <a:chOff x="0" y="-38100"/>
            <a:chExt cx="4660977" cy="2561393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660977" cy="2523293"/>
            </a:xfrm>
            <a:custGeom>
              <a:rect b="b" l="l" r="r" t="t"/>
              <a:pathLst>
                <a:path extrusionOk="0" h="2523293" w="4660977">
                  <a:moveTo>
                    <a:pt x="10062" y="0"/>
                  </a:moveTo>
                  <a:lnTo>
                    <a:pt x="4650915" y="0"/>
                  </a:lnTo>
                  <a:cubicBezTo>
                    <a:pt x="4656472" y="0"/>
                    <a:pt x="4660977" y="4505"/>
                    <a:pt x="4660977" y="10062"/>
                  </a:cubicBezTo>
                  <a:lnTo>
                    <a:pt x="4660977" y="2513231"/>
                  </a:lnTo>
                  <a:cubicBezTo>
                    <a:pt x="4660977" y="2518788"/>
                    <a:pt x="4656472" y="2523293"/>
                    <a:pt x="4650915" y="2523293"/>
                  </a:cubicBezTo>
                  <a:lnTo>
                    <a:pt x="10062" y="2523293"/>
                  </a:lnTo>
                  <a:cubicBezTo>
                    <a:pt x="4505" y="2523293"/>
                    <a:pt x="0" y="2518788"/>
                    <a:pt x="0" y="2513231"/>
                  </a:cubicBezTo>
                  <a:lnTo>
                    <a:pt x="0" y="10062"/>
                  </a:lnTo>
                  <a:cubicBezTo>
                    <a:pt x="0" y="4505"/>
                    <a:pt x="4505" y="0"/>
                    <a:pt x="100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4660977" cy="2561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4591030" y="1060120"/>
            <a:ext cx="3009941" cy="2990370"/>
          </a:xfrm>
          <a:custGeom>
            <a:rect b="b" l="l" r="r" t="t"/>
            <a:pathLst>
              <a:path extrusionOk="0" h="4485555" w="4514912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81" l="0" r="-171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3343627" y="4243729"/>
            <a:ext cx="5332285" cy="1049213"/>
            <a:chOff x="0" y="-38100"/>
            <a:chExt cx="3611356" cy="454377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3611356" cy="416277"/>
            </a:xfrm>
            <a:custGeom>
              <a:rect b="b" l="l" r="r" t="t"/>
              <a:pathLst>
                <a:path extrusionOk="0" h="416277" w="3611356">
                  <a:moveTo>
                    <a:pt x="12986" y="0"/>
                  </a:moveTo>
                  <a:lnTo>
                    <a:pt x="3598370" y="0"/>
                  </a:lnTo>
                  <a:cubicBezTo>
                    <a:pt x="3605542" y="0"/>
                    <a:pt x="3611356" y="5814"/>
                    <a:pt x="3611356" y="12986"/>
                  </a:cubicBezTo>
                  <a:lnTo>
                    <a:pt x="3611356" y="403290"/>
                  </a:lnTo>
                  <a:cubicBezTo>
                    <a:pt x="3611356" y="410463"/>
                    <a:pt x="3605542" y="416277"/>
                    <a:pt x="3598370" y="416277"/>
                  </a:cubicBezTo>
                  <a:lnTo>
                    <a:pt x="12986" y="416277"/>
                  </a:lnTo>
                  <a:cubicBezTo>
                    <a:pt x="9542" y="416277"/>
                    <a:pt x="6239" y="414908"/>
                    <a:pt x="3804" y="412473"/>
                  </a:cubicBezTo>
                  <a:cubicBezTo>
                    <a:pt x="1368" y="410038"/>
                    <a:pt x="0" y="406735"/>
                    <a:pt x="0" y="403290"/>
                  </a:cubicBezTo>
                  <a:lnTo>
                    <a:pt x="0" y="12986"/>
                  </a:lnTo>
                  <a:cubicBezTo>
                    <a:pt x="0" y="5814"/>
                    <a:pt x="5814" y="0"/>
                    <a:pt x="129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BB17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5"/>
                <a:buFont typeface="Arial"/>
                <a:buNone/>
              </a:pPr>
              <a:r>
                <a:t/>
              </a:r>
              <a:endParaRPr b="0" i="0" sz="10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38100"/>
              <a:ext cx="3611356" cy="454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875" lIns="30875" spcFirstLastPara="1" rIns="30875" wrap="square" tIns="30875">
              <a:noAutofit/>
            </a:bodyPr>
            <a:lstStyle/>
            <a:p>
              <a:pPr indent="0" lvl="0" marL="0" marR="0" rtl="0" algn="ctr">
                <a:lnSpc>
                  <a:spcPct val="1477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5"/>
                <a:buFont typeface="Arial"/>
                <a:buNone/>
              </a:pPr>
              <a:r>
                <a:t/>
              </a:r>
              <a:endParaRPr b="0" i="0" sz="10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983289" y="4421295"/>
            <a:ext cx="8052961" cy="758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en-US" sz="2433" u="none" cap="none" strike="noStrike">
                <a:solidFill>
                  <a:srgbClr val="510C2C"/>
                </a:solidFill>
                <a:latin typeface="Geom"/>
                <a:ea typeface="Geom"/>
                <a:cs typeface="Geom"/>
                <a:sym typeface="Geom"/>
              </a:rPr>
              <a:t>Ad-Tech Platform for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en-US" sz="2433" u="none" cap="none" strike="noStrike">
                <a:solidFill>
                  <a:srgbClr val="510C2C"/>
                </a:solidFill>
                <a:latin typeface="Geom"/>
                <a:ea typeface="Geom"/>
                <a:cs typeface="Geom"/>
                <a:sym typeface="Geom"/>
              </a:rPr>
              <a:t>Media Discovery and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155" y="0"/>
            <a:ext cx="3129115" cy="4736112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10800000">
            <a:off x="7351121" y="2526293"/>
            <a:ext cx="4867965" cy="4375091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2"/>
          <p:cNvCxnSpPr/>
          <p:nvPr/>
        </p:nvCxnSpPr>
        <p:spPr>
          <a:xfrm>
            <a:off x="1" y="6727825"/>
            <a:ext cx="12192000" cy="0"/>
          </a:xfrm>
          <a:prstGeom prst="straightConnector1">
            <a:avLst/>
          </a:prstGeom>
          <a:noFill/>
          <a:ln cap="flat" cmpd="sng" w="390525">
            <a:solidFill>
              <a:srgbClr val="351E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0" y="3135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EE4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 rot="10800000">
            <a:off x="6407712" y="1564101"/>
            <a:ext cx="6860231" cy="6858000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-1263672" y="-2165413"/>
            <a:ext cx="6860231" cy="6858000"/>
          </a:xfrm>
          <a:custGeom>
            <a:rect b="b" l="l" r="r" t="t"/>
            <a:pathLst>
              <a:path extrusionOk="0" h="10287000" w="10290346">
                <a:moveTo>
                  <a:pt x="1029034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90346" y="0"/>
                </a:lnTo>
                <a:lnTo>
                  <a:pt x="10290346" y="102870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3568393" y="2838409"/>
            <a:ext cx="5055214" cy="856042"/>
            <a:chOff x="0" y="-38100"/>
            <a:chExt cx="1769552" cy="299653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69552" cy="261553"/>
            </a:xfrm>
            <a:custGeom>
              <a:rect b="b" l="l" r="r" t="t"/>
              <a:pathLst>
                <a:path extrusionOk="0" h="261553" w="1769552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3870258" y="3080297"/>
            <a:ext cx="4451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3"/>
              <a:buFont typeface="Arial"/>
              <a:buNone/>
            </a:pPr>
            <a:r>
              <a:rPr b="1" lang="en-US" sz="2783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Campaign Name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1070734" y="250334"/>
            <a:ext cx="870933" cy="870933"/>
          </a:xfrm>
          <a:custGeom>
            <a:rect b="b" l="l" r="r" t="t"/>
            <a:pathLst>
              <a:path extrusionOk="0" h="1306400" w="1306400">
                <a:moveTo>
                  <a:pt x="0" y="0"/>
                </a:moveTo>
                <a:lnTo>
                  <a:pt x="1306400" y="0"/>
                </a:lnTo>
                <a:lnTo>
                  <a:pt x="1306400" y="1306400"/>
                </a:lnTo>
                <a:lnTo>
                  <a:pt x="0" y="130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685432" y="6608520"/>
            <a:ext cx="2374583" cy="23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CF7F3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11070734" y="211006"/>
            <a:ext cx="870933" cy="870933"/>
          </a:xfrm>
          <a:custGeom>
            <a:rect b="b" l="l" r="r" t="t"/>
            <a:pathLst>
              <a:path extrusionOk="0" h="1306400" w="1306400">
                <a:moveTo>
                  <a:pt x="0" y="0"/>
                </a:moveTo>
                <a:lnTo>
                  <a:pt x="1306400" y="0"/>
                </a:lnTo>
                <a:lnTo>
                  <a:pt x="1306400" y="1306400"/>
                </a:lnTo>
                <a:lnTo>
                  <a:pt x="0" y="130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32826" y="6725163"/>
            <a:ext cx="12192000" cy="0"/>
          </a:xfrm>
          <a:prstGeom prst="straightConnector1">
            <a:avLst/>
          </a:prstGeom>
          <a:noFill/>
          <a:ln cap="flat" cmpd="sng" w="390525">
            <a:solidFill>
              <a:srgbClr val="351E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 txBox="1"/>
          <p:nvPr/>
        </p:nvSpPr>
        <p:spPr>
          <a:xfrm>
            <a:off x="9685432" y="6608520"/>
            <a:ext cx="2374583" cy="23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CF7F3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utdoor Product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1296" r="2952" t="17990"/>
          <a:stretch/>
        </p:blipFill>
        <p:spPr>
          <a:xfrm>
            <a:off x="2755025" y="195425"/>
            <a:ext cx="6360073" cy="4588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1" name="Google Shape;121;p3"/>
          <p:cNvCxnSpPr/>
          <p:nvPr/>
        </p:nvCxnSpPr>
        <p:spPr>
          <a:xfrm>
            <a:off x="0" y="3135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EE4A4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2" name="Google Shape;122;p3"/>
          <p:cNvGraphicFramePr/>
          <p:nvPr/>
        </p:nvGraphicFramePr>
        <p:xfrm>
          <a:off x="440850" y="496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{E13648E4-E7BC-41CA-9851-7E7590F10CE5}</a:tableStyleId>
              </a:tblPr>
              <a:tblGrid>
                <a:gridCol w="5687975"/>
                <a:gridCol w="5687975"/>
              </a:tblGrid>
              <a:tr h="542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Bhuj, Airport Road Opp Prince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Residency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- LHS - 20x10 - NL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1E29"/>
                    </a:solidFill>
                  </a:tcPr>
                </a:tc>
                <a:tc hMerge="1"/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Media Type : </a:t>
                      </a:r>
                      <a:r>
                        <a:rPr lang="en-US" sz="1600"/>
                        <a:t>Hoarding</a:t>
                      </a:r>
                      <a:endParaRPr sz="1600"/>
                    </a:p>
                  </a:txBody>
                  <a:tcPr marT="91425" marB="91425" marR="91425" marL="91425">
                    <a:lnT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Type </a:t>
                      </a:r>
                      <a:r>
                        <a:rPr b="1" lang="en-US" sz="1600"/>
                        <a:t>: </a:t>
                      </a:r>
                      <a:r>
                        <a:rPr lang="en-US" sz="1600"/>
                        <a:t>NL</a:t>
                      </a:r>
                      <a:endParaRPr sz="1600"/>
                    </a:p>
                  </a:txBody>
                  <a:tcPr marT="91425" marB="91425" marR="91425" marL="91425">
                    <a:lnT cap="flat" cmpd="sng" w="9525">
                      <a:solidFill>
                        <a:srgbClr val="FCF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Start </a:t>
                      </a:r>
                      <a:r>
                        <a:rPr b="1" lang="en-US" sz="1600"/>
                        <a:t>Date : </a:t>
                      </a:r>
                      <a:r>
                        <a:rPr lang="en-US" sz="1600"/>
                        <a:t>13Jun26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Photo Type : </a:t>
                      </a:r>
                      <a:r>
                        <a:rPr lang="en-US" sz="1600"/>
                        <a:t>Newspaper/ Long Shot / Close Short / GPS 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31507" y="144544"/>
            <a:ext cx="11928986" cy="6568913"/>
          </a:xfrm>
          <a:custGeom>
            <a:rect b="b" l="l" r="r" t="t"/>
            <a:pathLst>
              <a:path extrusionOk="0" h="2523293" w="4660977">
                <a:moveTo>
                  <a:pt x="10062" y="0"/>
                </a:moveTo>
                <a:lnTo>
                  <a:pt x="4650915" y="0"/>
                </a:lnTo>
                <a:cubicBezTo>
                  <a:pt x="4656472" y="0"/>
                  <a:pt x="4660977" y="4505"/>
                  <a:pt x="4660977" y="10062"/>
                </a:cubicBezTo>
                <a:lnTo>
                  <a:pt x="4660977" y="2513231"/>
                </a:lnTo>
                <a:cubicBezTo>
                  <a:pt x="4660977" y="2518788"/>
                  <a:pt x="4656472" y="2523293"/>
                  <a:pt x="4650915" y="2523293"/>
                </a:cubicBezTo>
                <a:lnTo>
                  <a:pt x="10062" y="2523293"/>
                </a:lnTo>
                <a:cubicBezTo>
                  <a:pt x="4505" y="2523293"/>
                  <a:pt x="0" y="2518788"/>
                  <a:pt x="0" y="2513231"/>
                </a:cubicBezTo>
                <a:lnTo>
                  <a:pt x="0" y="10062"/>
                </a:lnTo>
                <a:cubicBezTo>
                  <a:pt x="0" y="4505"/>
                  <a:pt x="4505" y="0"/>
                  <a:pt x="1006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660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4"/>
          <p:cNvGrpSpPr/>
          <p:nvPr/>
        </p:nvGrpSpPr>
        <p:grpSpPr>
          <a:xfrm>
            <a:off x="4053748" y="4336269"/>
            <a:ext cx="4161278" cy="637122"/>
            <a:chOff x="0" y="-38100"/>
            <a:chExt cx="1769552" cy="299653"/>
          </a:xfrm>
        </p:grpSpPr>
        <p:sp>
          <p:nvSpPr>
            <p:cNvPr id="129" name="Google Shape;129;p4"/>
            <p:cNvSpPr/>
            <p:nvPr/>
          </p:nvSpPr>
          <p:spPr>
            <a:xfrm>
              <a:off x="0" y="0"/>
              <a:ext cx="1769552" cy="261553"/>
            </a:xfrm>
            <a:custGeom>
              <a:rect b="b" l="l" r="r" t="t"/>
              <a:pathLst>
                <a:path extrusionOk="0" h="261553" w="1769552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5"/>
                <a:buFont typeface="Arial"/>
                <a:buNone/>
              </a:pPr>
              <a:r>
                <a:t/>
              </a:r>
              <a:endParaRPr b="0" i="0" sz="10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875" lIns="30875" spcFirstLastPara="1" rIns="30875" wrap="square" tIns="30875">
              <a:noAutofit/>
            </a:bodyPr>
            <a:lstStyle/>
            <a:p>
              <a:pPr indent="0" lvl="0" marL="0" marR="0" rtl="0" algn="ctr">
                <a:lnSpc>
                  <a:spcPct val="1477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5"/>
                <a:buFont typeface="Arial"/>
                <a:buNone/>
              </a:pPr>
              <a:r>
                <a:t/>
              </a:r>
              <a:endParaRPr b="0" i="0" sz="10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4"/>
          <p:cNvSpPr/>
          <p:nvPr/>
        </p:nvSpPr>
        <p:spPr>
          <a:xfrm>
            <a:off x="4961341" y="849886"/>
            <a:ext cx="2268743" cy="2253991"/>
          </a:xfrm>
          <a:custGeom>
            <a:rect b="b" l="l" r="r" t="t"/>
            <a:pathLst>
              <a:path extrusionOk="0" h="4485555" w="4514912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81" l="0" r="-171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3315469" y="3158823"/>
            <a:ext cx="55611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90"/>
              <a:buFont typeface="Arial"/>
              <a:buNone/>
            </a:pPr>
            <a:r>
              <a:rPr b="1" i="0" lang="en-US" sz="6690" u="none" cap="none" strike="noStrike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069799" y="4477513"/>
            <a:ext cx="4052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E29"/>
              </a:buClr>
              <a:buSzPts val="2230"/>
              <a:buFont typeface="Geom"/>
              <a:buNone/>
            </a:pPr>
            <a:r>
              <a:rPr b="0" i="0" lang="en-US" sz="2230" u="none" cap="none" strike="noStrike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Let’s Build Success Together!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3315469" y="5183691"/>
            <a:ext cx="556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E29"/>
              </a:buClr>
              <a:buSzPts val="1419"/>
              <a:buFont typeface="Geom"/>
              <a:buNone/>
            </a:pPr>
            <a:r>
              <a:rPr b="0" i="0" lang="en-US" sz="1419" u="none" cap="none" strike="noStrike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-55667" y="-81285"/>
            <a:ext cx="3129115" cy="4736112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 rot="10800000">
            <a:off x="7324035" y="2507784"/>
            <a:ext cx="4867965" cy="4375091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5"/>
              <a:buFont typeface="Arial"/>
              <a:buNone/>
            </a:pPr>
            <a:r>
              <a:t/>
            </a:r>
            <a:endParaRPr b="0" i="0" sz="10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2025-10-09T07:58:58Z</dcterms:created>
  <dc:creator>Rhythem Jain</dc:creator>
</cp:coreProperties>
</file>