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lay"/>
      <p:regular r:id="rId10"/>
      <p:bold r:id="rId11"/>
    </p:embeddedFont>
    <p:embeddedFont>
      <p:font typeface="Geom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krvQsBVIKQ4wlBi+FTaECR2q/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ACFA01-F51F-463C-8CE8-6B10BB542C59}">
  <a:tblStyle styleId="{63ACFA01-F51F-463C-8CE8-6B10BB542C5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bold.fntdata"/><Relationship Id="rId10" Type="http://schemas.openxmlformats.org/officeDocument/2006/relationships/font" Target="fonts/Play-regular.fntdata"/><Relationship Id="rId13" Type="http://schemas.openxmlformats.org/officeDocument/2006/relationships/font" Target="fonts/Geom-bold.fntdata"/><Relationship Id="rId12" Type="http://schemas.openxmlformats.org/officeDocument/2006/relationships/font" Target="fonts/Geo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eom-boldItalic.fntdata"/><Relationship Id="rId14" Type="http://schemas.openxmlformats.org/officeDocument/2006/relationships/font" Target="fonts/Geom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7F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196952" y="139017"/>
            <a:ext cx="11798097" cy="6483526"/>
            <a:chOff x="0" y="-38100"/>
            <a:chExt cx="4660977" cy="2561393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4660977" cy="2523293"/>
            </a:xfrm>
            <a:custGeom>
              <a:rect b="b" l="l" r="r" t="t"/>
              <a:pathLst>
                <a:path extrusionOk="0" h="2523293" w="4660977">
                  <a:moveTo>
                    <a:pt x="10062" y="0"/>
                  </a:moveTo>
                  <a:lnTo>
                    <a:pt x="4650915" y="0"/>
                  </a:lnTo>
                  <a:cubicBezTo>
                    <a:pt x="4656472" y="0"/>
                    <a:pt x="4660977" y="4505"/>
                    <a:pt x="4660977" y="10062"/>
                  </a:cubicBezTo>
                  <a:lnTo>
                    <a:pt x="4660977" y="2513231"/>
                  </a:lnTo>
                  <a:cubicBezTo>
                    <a:pt x="4660977" y="2518788"/>
                    <a:pt x="4656472" y="2523293"/>
                    <a:pt x="4650915" y="2523293"/>
                  </a:cubicBezTo>
                  <a:lnTo>
                    <a:pt x="10062" y="2523293"/>
                  </a:lnTo>
                  <a:cubicBezTo>
                    <a:pt x="4505" y="2523293"/>
                    <a:pt x="0" y="2518788"/>
                    <a:pt x="0" y="2513231"/>
                  </a:cubicBezTo>
                  <a:lnTo>
                    <a:pt x="0" y="10062"/>
                  </a:lnTo>
                  <a:cubicBezTo>
                    <a:pt x="0" y="4505"/>
                    <a:pt x="4505" y="0"/>
                    <a:pt x="1006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6600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38100"/>
              <a:ext cx="4660977" cy="25613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ctr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1"/>
          <p:cNvSpPr/>
          <p:nvPr/>
        </p:nvSpPr>
        <p:spPr>
          <a:xfrm>
            <a:off x="4591030" y="1060120"/>
            <a:ext cx="3009941" cy="2990370"/>
          </a:xfrm>
          <a:custGeom>
            <a:rect b="b" l="l" r="r" t="t"/>
            <a:pathLst>
              <a:path extrusionOk="0" h="4485555" w="4514912">
                <a:moveTo>
                  <a:pt x="0" y="0"/>
                </a:moveTo>
                <a:lnTo>
                  <a:pt x="4514912" y="0"/>
                </a:lnTo>
                <a:lnTo>
                  <a:pt x="4514912" y="4485555"/>
                </a:lnTo>
                <a:lnTo>
                  <a:pt x="0" y="4485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381" l="0" r="-171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1"/>
          <p:cNvGrpSpPr/>
          <p:nvPr/>
        </p:nvGrpSpPr>
        <p:grpSpPr>
          <a:xfrm>
            <a:off x="3343627" y="4243729"/>
            <a:ext cx="5332285" cy="1049213"/>
            <a:chOff x="0" y="-38100"/>
            <a:chExt cx="3611356" cy="454377"/>
          </a:xfrm>
        </p:grpSpPr>
        <p:sp>
          <p:nvSpPr>
            <p:cNvPr id="93" name="Google Shape;93;p1"/>
            <p:cNvSpPr/>
            <p:nvPr/>
          </p:nvSpPr>
          <p:spPr>
            <a:xfrm>
              <a:off x="0" y="0"/>
              <a:ext cx="3611356" cy="416277"/>
            </a:xfrm>
            <a:custGeom>
              <a:rect b="b" l="l" r="r" t="t"/>
              <a:pathLst>
                <a:path extrusionOk="0" h="416277" w="3611356">
                  <a:moveTo>
                    <a:pt x="12986" y="0"/>
                  </a:moveTo>
                  <a:lnTo>
                    <a:pt x="3598370" y="0"/>
                  </a:lnTo>
                  <a:cubicBezTo>
                    <a:pt x="3605542" y="0"/>
                    <a:pt x="3611356" y="5814"/>
                    <a:pt x="3611356" y="12986"/>
                  </a:cubicBezTo>
                  <a:lnTo>
                    <a:pt x="3611356" y="403290"/>
                  </a:lnTo>
                  <a:cubicBezTo>
                    <a:pt x="3611356" y="410463"/>
                    <a:pt x="3605542" y="416277"/>
                    <a:pt x="3598370" y="416277"/>
                  </a:cubicBezTo>
                  <a:lnTo>
                    <a:pt x="12986" y="416277"/>
                  </a:lnTo>
                  <a:cubicBezTo>
                    <a:pt x="9542" y="416277"/>
                    <a:pt x="6239" y="414908"/>
                    <a:pt x="3804" y="412473"/>
                  </a:cubicBezTo>
                  <a:cubicBezTo>
                    <a:pt x="1368" y="410038"/>
                    <a:pt x="0" y="406735"/>
                    <a:pt x="0" y="403290"/>
                  </a:cubicBezTo>
                  <a:lnTo>
                    <a:pt x="0" y="12986"/>
                  </a:lnTo>
                  <a:cubicBezTo>
                    <a:pt x="0" y="5814"/>
                    <a:pt x="5814" y="0"/>
                    <a:pt x="129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BB17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0" y="-38100"/>
              <a:ext cx="3611356" cy="4543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875" lIns="30875" spcFirstLastPara="1" rIns="30875" wrap="square" tIns="30875">
              <a:noAutofit/>
            </a:bodyPr>
            <a:lstStyle/>
            <a:p>
              <a:pPr indent="0" lvl="0" marL="0" marR="0" rtl="0" algn="ctr">
                <a:lnSpc>
                  <a:spcPct val="1477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1"/>
          <p:cNvSpPr txBox="1"/>
          <p:nvPr/>
        </p:nvSpPr>
        <p:spPr>
          <a:xfrm>
            <a:off x="1983289" y="4421295"/>
            <a:ext cx="8052961" cy="758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3">
                <a:solidFill>
                  <a:srgbClr val="510C2C"/>
                </a:solidFill>
                <a:latin typeface="Geom"/>
                <a:ea typeface="Geom"/>
                <a:cs typeface="Geom"/>
                <a:sym typeface="Geom"/>
              </a:rPr>
              <a:t>Ad-Tech Platform for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33">
                <a:solidFill>
                  <a:srgbClr val="510C2C"/>
                </a:solidFill>
                <a:latin typeface="Geom"/>
                <a:ea typeface="Geom"/>
                <a:cs typeface="Geom"/>
                <a:sym typeface="Geom"/>
              </a:rPr>
              <a:t>Media Discovery and Planning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5155" y="0"/>
            <a:ext cx="3129115" cy="4736112"/>
          </a:xfrm>
          <a:custGeom>
            <a:rect b="b" l="l" r="r" t="t"/>
            <a:pathLst>
              <a:path extrusionOk="0" h="10287000" w="10290346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 rot="10800000">
            <a:off x="7351121" y="2526293"/>
            <a:ext cx="4867965" cy="4375091"/>
          </a:xfrm>
          <a:custGeom>
            <a:rect b="b" l="l" r="r" t="t"/>
            <a:pathLst>
              <a:path extrusionOk="0" h="10287000" w="10290346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102;p2"/>
          <p:cNvCxnSpPr/>
          <p:nvPr/>
        </p:nvCxnSpPr>
        <p:spPr>
          <a:xfrm>
            <a:off x="1" y="6727825"/>
            <a:ext cx="12192000" cy="0"/>
          </a:xfrm>
          <a:prstGeom prst="straightConnector1">
            <a:avLst/>
          </a:prstGeom>
          <a:noFill/>
          <a:ln cap="flat" cmpd="sng" w="390525">
            <a:solidFill>
              <a:srgbClr val="351E2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2"/>
          <p:cNvCxnSpPr/>
          <p:nvPr/>
        </p:nvCxnSpPr>
        <p:spPr>
          <a:xfrm>
            <a:off x="0" y="31353"/>
            <a:ext cx="12192000" cy="0"/>
          </a:xfrm>
          <a:prstGeom prst="straightConnector1">
            <a:avLst/>
          </a:prstGeom>
          <a:noFill/>
          <a:ln cap="flat" cmpd="sng" w="38100">
            <a:solidFill>
              <a:srgbClr val="EE4A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2"/>
          <p:cNvSpPr/>
          <p:nvPr/>
        </p:nvSpPr>
        <p:spPr>
          <a:xfrm rot="10800000">
            <a:off x="6407712" y="1564101"/>
            <a:ext cx="6860231" cy="6858000"/>
          </a:xfrm>
          <a:custGeom>
            <a:rect b="b" l="l" r="r" t="t"/>
            <a:pathLst>
              <a:path extrusionOk="0" h="10287000" w="10290346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-1263672" y="-2165413"/>
            <a:ext cx="6860231" cy="6858000"/>
          </a:xfrm>
          <a:custGeom>
            <a:rect b="b" l="l" r="r" t="t"/>
            <a:pathLst>
              <a:path extrusionOk="0" h="10287000" w="10290346">
                <a:moveTo>
                  <a:pt x="10290346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0290346" y="0"/>
                </a:lnTo>
                <a:lnTo>
                  <a:pt x="10290346" y="1028700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" name="Google Shape;106;p2"/>
          <p:cNvGrpSpPr/>
          <p:nvPr/>
        </p:nvGrpSpPr>
        <p:grpSpPr>
          <a:xfrm>
            <a:off x="3568393" y="2838409"/>
            <a:ext cx="5055214" cy="856042"/>
            <a:chOff x="0" y="-38100"/>
            <a:chExt cx="1769552" cy="299653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769552" cy="261553"/>
            </a:xfrm>
            <a:custGeom>
              <a:rect b="b" l="l" r="r" t="t"/>
              <a:pathLst>
                <a:path extrusionOk="0" h="261553" w="1769552">
                  <a:moveTo>
                    <a:pt x="23483" y="0"/>
                  </a:moveTo>
                  <a:lnTo>
                    <a:pt x="1746070" y="0"/>
                  </a:lnTo>
                  <a:cubicBezTo>
                    <a:pt x="1752298" y="0"/>
                    <a:pt x="1758271" y="2474"/>
                    <a:pt x="1762675" y="6878"/>
                  </a:cubicBezTo>
                  <a:cubicBezTo>
                    <a:pt x="1767078" y="11282"/>
                    <a:pt x="1769552" y="17255"/>
                    <a:pt x="1769552" y="23483"/>
                  </a:cubicBezTo>
                  <a:lnTo>
                    <a:pt x="1769552" y="238071"/>
                  </a:lnTo>
                  <a:cubicBezTo>
                    <a:pt x="1769552" y="251040"/>
                    <a:pt x="1759039" y="261553"/>
                    <a:pt x="1746070" y="261553"/>
                  </a:cubicBezTo>
                  <a:lnTo>
                    <a:pt x="23483" y="261553"/>
                  </a:lnTo>
                  <a:cubicBezTo>
                    <a:pt x="17255" y="261553"/>
                    <a:pt x="11282" y="259079"/>
                    <a:pt x="6878" y="254675"/>
                  </a:cubicBezTo>
                  <a:cubicBezTo>
                    <a:pt x="2474" y="250271"/>
                    <a:pt x="0" y="244298"/>
                    <a:pt x="0" y="238071"/>
                  </a:cubicBezTo>
                  <a:lnTo>
                    <a:pt x="0" y="23483"/>
                  </a:lnTo>
                  <a:cubicBezTo>
                    <a:pt x="0" y="17255"/>
                    <a:pt x="2474" y="11282"/>
                    <a:pt x="6878" y="6878"/>
                  </a:cubicBezTo>
                  <a:cubicBezTo>
                    <a:pt x="11282" y="2474"/>
                    <a:pt x="17255" y="0"/>
                    <a:pt x="234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6600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38100"/>
              <a:ext cx="1769552" cy="2996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50" lIns="33850" spcFirstLastPara="1" rIns="33850" wrap="square" tIns="33850">
              <a:noAutofit/>
            </a:bodyPr>
            <a:lstStyle/>
            <a:p>
              <a:pPr indent="0" lvl="0" marL="0" marR="0" rtl="0" algn="ctr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2"/>
          <p:cNvSpPr txBox="1"/>
          <p:nvPr/>
        </p:nvSpPr>
        <p:spPr>
          <a:xfrm>
            <a:off x="3870258" y="3080297"/>
            <a:ext cx="4451483" cy="469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83">
                <a:solidFill>
                  <a:srgbClr val="351E29"/>
                </a:solidFill>
                <a:latin typeface="Geom"/>
                <a:ea typeface="Geom"/>
                <a:cs typeface="Geom"/>
                <a:sym typeface="Geom"/>
              </a:rPr>
              <a:t>CITY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11070734" y="250334"/>
            <a:ext cx="870933" cy="870933"/>
          </a:xfrm>
          <a:custGeom>
            <a:rect b="b" l="l" r="r" t="t"/>
            <a:pathLst>
              <a:path extrusionOk="0" h="1306400" w="1306400">
                <a:moveTo>
                  <a:pt x="0" y="0"/>
                </a:moveTo>
                <a:lnTo>
                  <a:pt x="1306400" y="0"/>
                </a:lnTo>
                <a:lnTo>
                  <a:pt x="1306400" y="1306400"/>
                </a:lnTo>
                <a:lnTo>
                  <a:pt x="0" y="1306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9685432" y="6608520"/>
            <a:ext cx="2374583" cy="233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CF7F3"/>
                </a:solidFill>
                <a:latin typeface="Geom"/>
                <a:ea typeface="Geom"/>
                <a:cs typeface="Geom"/>
                <a:sym typeface="Geom"/>
              </a:rPr>
              <a:t>www.excellentpublicity.com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11070734" y="211006"/>
            <a:ext cx="870933" cy="870933"/>
          </a:xfrm>
          <a:custGeom>
            <a:rect b="b" l="l" r="r" t="t"/>
            <a:pathLst>
              <a:path extrusionOk="0" h="1306400" w="1306400">
                <a:moveTo>
                  <a:pt x="0" y="0"/>
                </a:moveTo>
                <a:lnTo>
                  <a:pt x="1306400" y="0"/>
                </a:lnTo>
                <a:lnTo>
                  <a:pt x="1306400" y="1306400"/>
                </a:lnTo>
                <a:lnTo>
                  <a:pt x="0" y="1306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3"/>
          <p:cNvCxnSpPr/>
          <p:nvPr/>
        </p:nvCxnSpPr>
        <p:spPr>
          <a:xfrm>
            <a:off x="1" y="6727825"/>
            <a:ext cx="12192000" cy="0"/>
          </a:xfrm>
          <a:prstGeom prst="straightConnector1">
            <a:avLst/>
          </a:prstGeom>
          <a:noFill/>
          <a:ln cap="flat" cmpd="sng" w="390525">
            <a:solidFill>
              <a:srgbClr val="351E2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3"/>
          <p:cNvSpPr txBox="1"/>
          <p:nvPr/>
        </p:nvSpPr>
        <p:spPr>
          <a:xfrm>
            <a:off x="9685432" y="6608520"/>
            <a:ext cx="2374583" cy="233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CF7F3"/>
                </a:solidFill>
                <a:latin typeface="Geom"/>
                <a:ea typeface="Geom"/>
                <a:cs typeface="Geom"/>
                <a:sym typeface="Geom"/>
              </a:rPr>
              <a:t>www.excellentpublicity.com</a:t>
            </a:r>
            <a:endParaRPr/>
          </a:p>
        </p:txBody>
      </p:sp>
      <p:pic>
        <p:nvPicPr>
          <p:cNvPr descr="Outdoor Product" id="120" name="Google Shape;120;p3"/>
          <p:cNvPicPr preferRelativeResize="0"/>
          <p:nvPr/>
        </p:nvPicPr>
        <p:blipFill rotWithShape="1">
          <a:blip r:embed="rId4">
            <a:alphaModFix/>
          </a:blip>
          <a:srcRect b="0" l="1296" r="2952" t="17990"/>
          <a:stretch/>
        </p:blipFill>
        <p:spPr>
          <a:xfrm>
            <a:off x="-2" y="31353"/>
            <a:ext cx="9006349" cy="649726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21" name="Google Shape;121;p3"/>
          <p:cNvGraphicFramePr/>
          <p:nvPr/>
        </p:nvGraphicFramePr>
        <p:xfrm>
          <a:off x="-2" y="58501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{63ACFA01-F51F-463C-8CE8-6B10BB542C59}</a:tableStyleId>
              </a:tblPr>
              <a:tblGrid>
                <a:gridCol w="4375350"/>
              </a:tblGrid>
              <a:tr h="668600">
                <a:tc>
                  <a:txBody>
                    <a:bodyPr/>
                    <a:lstStyle/>
                    <a:p>
                      <a:pPr indent="0" lvl="1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351E29"/>
                          </a:solidFill>
                          <a:latin typeface="Geom"/>
                          <a:ea typeface="Geom"/>
                          <a:cs typeface="Geom"/>
                          <a:sym typeface="Geom"/>
                        </a:rPr>
                        <a:t>Station Road, 30x20 – NL</a:t>
                      </a:r>
                      <a:endParaRPr/>
                    </a:p>
                    <a:p>
                      <a:pPr indent="0" lvl="1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  <a:latin typeface="Geom"/>
                          <a:ea typeface="Geom"/>
                          <a:cs typeface="Geom"/>
                          <a:sym typeface="Geom"/>
                        </a:rPr>
                        <a:t>Google Map: 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7F3">
                        <a:alpha val="96078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122" name="Google Shape;122;p3"/>
          <p:cNvCxnSpPr/>
          <p:nvPr/>
        </p:nvCxnSpPr>
        <p:spPr>
          <a:xfrm>
            <a:off x="0" y="31353"/>
            <a:ext cx="12192000" cy="0"/>
          </a:xfrm>
          <a:prstGeom prst="straightConnector1">
            <a:avLst/>
          </a:prstGeom>
          <a:noFill/>
          <a:ln cap="flat" cmpd="sng" w="38100">
            <a:solidFill>
              <a:srgbClr val="EE4A4B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3" name="Google Shape;123;p3"/>
          <p:cNvGraphicFramePr/>
          <p:nvPr/>
        </p:nvGraphicFramePr>
        <p:xfrm>
          <a:off x="9006347" y="19397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{63ACFA01-F51F-463C-8CE8-6B10BB542C59}</a:tableStyleId>
              </a:tblPr>
              <a:tblGrid>
                <a:gridCol w="3185650"/>
              </a:tblGrid>
              <a:tr h="857450">
                <a:tc>
                  <a:txBody>
                    <a:bodyPr/>
                    <a:lstStyle/>
                    <a:p>
                      <a:pPr indent="0" lvl="0" marL="47625" marR="4762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Geom"/>
                          <a:ea typeface="Geom"/>
                          <a:cs typeface="Geom"/>
                          <a:sym typeface="Geom"/>
                        </a:rPr>
                        <a:t>Site Visibility Rating:</a:t>
                      </a:r>
                      <a:endParaRPr/>
                    </a:p>
                  </a:txBody>
                  <a:tcPr marT="118925" marB="83250" marR="59450" marL="59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7F3">
                        <a:alpha val="92156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" name="Google Shape;124;p3"/>
          <p:cNvGraphicFramePr/>
          <p:nvPr/>
        </p:nvGraphicFramePr>
        <p:xfrm>
          <a:off x="9006346" y="27923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{63ACFA01-F51F-463C-8CE8-6B10BB542C59}</a:tableStyleId>
              </a:tblPr>
              <a:tblGrid>
                <a:gridCol w="3185650"/>
              </a:tblGrid>
              <a:tr h="1377600">
                <a:tc>
                  <a:txBody>
                    <a:bodyPr/>
                    <a:lstStyle/>
                    <a:p>
                      <a:pPr indent="0" lvl="0" marL="47625" marR="4762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Geom"/>
                          <a:ea typeface="Geom"/>
                          <a:cs typeface="Geom"/>
                          <a:sym typeface="Geom"/>
                        </a:rPr>
                        <a:t>Average Impression: </a:t>
                      </a:r>
                      <a:b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Geom"/>
                          <a:ea typeface="Geom"/>
                          <a:cs typeface="Geom"/>
                          <a:sym typeface="Geom"/>
                        </a:rPr>
                      </a:b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Geom"/>
                          <a:ea typeface="Geom"/>
                          <a:cs typeface="Geom"/>
                          <a:sym typeface="Geom"/>
                        </a:rPr>
                        <a:t>Dwell Time (Sec):</a:t>
                      </a:r>
                      <a:b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Geom"/>
                          <a:ea typeface="Geom"/>
                          <a:cs typeface="Geom"/>
                          <a:sym typeface="Geom"/>
                        </a:rPr>
                      </a:b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Geom"/>
                          <a:ea typeface="Geom"/>
                          <a:cs typeface="Geom"/>
                          <a:sym typeface="Geom"/>
                        </a:rPr>
                        <a:t>Frequency:</a:t>
                      </a:r>
                      <a:endParaRPr/>
                    </a:p>
                  </a:txBody>
                  <a:tcPr marT="118925" marB="83250" marR="59450" marL="59450">
                    <a:lnL cap="flat" cmpd="sng" w="12700">
                      <a:solidFill>
                        <a:srgbClr val="351E2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51E2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51E2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51E2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7F3">
                        <a:alpha val="92156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5" name="Google Shape;125;p3"/>
          <p:cNvGraphicFramePr/>
          <p:nvPr/>
        </p:nvGraphicFramePr>
        <p:xfrm>
          <a:off x="9006347" y="41636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{63ACFA01-F51F-463C-8CE8-6B10BB542C59}</a:tableStyleId>
              </a:tblPr>
              <a:tblGrid>
                <a:gridCol w="3185650"/>
              </a:tblGrid>
              <a:tr h="1247900">
                <a:tc>
                  <a:txBody>
                    <a:bodyPr/>
                    <a:lstStyle/>
                    <a:p>
                      <a:pPr indent="0" lvl="0" marL="47625" marR="4762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Geom"/>
                          <a:ea typeface="Geom"/>
                          <a:cs typeface="Geom"/>
                          <a:sym typeface="Geom"/>
                        </a:rPr>
                        <a:t>Traffic Cover Route: </a:t>
                      </a:r>
                      <a:endParaRPr/>
                    </a:p>
                  </a:txBody>
                  <a:tcPr marT="118925" marB="83250" marR="59450" marL="59450">
                    <a:lnL cap="flat" cmpd="sng" w="12700">
                      <a:solidFill>
                        <a:srgbClr val="351E2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51E2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51E2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51E2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7F3">
                        <a:alpha val="92156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" name="Google Shape;126;p3"/>
          <p:cNvGraphicFramePr/>
          <p:nvPr/>
        </p:nvGraphicFramePr>
        <p:xfrm>
          <a:off x="9006348" y="54151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{63ACFA01-F51F-463C-8CE8-6B10BB542C59}</a:tableStyleId>
              </a:tblPr>
              <a:tblGrid>
                <a:gridCol w="3185650"/>
              </a:tblGrid>
              <a:tr h="1103650">
                <a:tc>
                  <a:txBody>
                    <a:bodyPr/>
                    <a:lstStyle/>
                    <a:p>
                      <a:pPr indent="0" lvl="0" marL="47625" marR="4762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Geom"/>
                          <a:ea typeface="Geom"/>
                          <a:cs typeface="Geom"/>
                          <a:sym typeface="Geom"/>
                        </a:rPr>
                        <a:t>Locality Affluence: </a:t>
                      </a:r>
                      <a:endParaRPr/>
                    </a:p>
                  </a:txBody>
                  <a:tcPr marT="118925" marB="83250" marR="59450" marL="59450">
                    <a:lnL cap="flat" cmpd="sng" w="12700">
                      <a:solidFill>
                        <a:srgbClr val="351E2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51E2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51E2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51E2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7F3">
                        <a:alpha val="92156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" name="Google Shape;127;p3"/>
          <p:cNvGraphicFramePr/>
          <p:nvPr/>
        </p:nvGraphicFramePr>
        <p:xfrm>
          <a:off x="5958348" y="58600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{63ACFA01-F51F-463C-8CE8-6B10BB542C59}</a:tableStyleId>
              </a:tblPr>
              <a:tblGrid>
                <a:gridCol w="3048000"/>
              </a:tblGrid>
              <a:tr h="668600">
                <a:tc>
                  <a:txBody>
                    <a:bodyPr/>
                    <a:lstStyle/>
                    <a:p>
                      <a:pPr indent="0" lvl="1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351E29"/>
                          </a:solidFill>
                          <a:latin typeface="Geom"/>
                          <a:ea typeface="Geom"/>
                          <a:cs typeface="Geom"/>
                          <a:sym typeface="Geom"/>
                        </a:rPr>
                        <a:t>Price:</a:t>
                      </a:r>
                      <a:endParaRPr/>
                    </a:p>
                    <a:p>
                      <a:pPr indent="0" lvl="1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351E29"/>
                        </a:solidFill>
                        <a:latin typeface="Geom"/>
                        <a:ea typeface="Geom"/>
                        <a:cs typeface="Geom"/>
                        <a:sym typeface="Geom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7F3">
                        <a:alpha val="96078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" name="Google Shape;128;p3"/>
          <p:cNvGraphicFramePr/>
          <p:nvPr/>
        </p:nvGraphicFramePr>
        <p:xfrm>
          <a:off x="9006347" y="12405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{63ACFA01-F51F-463C-8CE8-6B10BB542C59}</a:tableStyleId>
              </a:tblPr>
              <a:tblGrid>
                <a:gridCol w="3185650"/>
              </a:tblGrid>
              <a:tr h="706750">
                <a:tc>
                  <a:txBody>
                    <a:bodyPr/>
                    <a:lstStyle/>
                    <a:p>
                      <a:pPr indent="0" lvl="0" marL="47625" marR="4762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Geom"/>
                          <a:ea typeface="Geom"/>
                          <a:cs typeface="Geom"/>
                          <a:sym typeface="Geom"/>
                        </a:rPr>
                        <a:t>EP Site Code:</a:t>
                      </a:r>
                      <a:endParaRPr/>
                    </a:p>
                  </a:txBody>
                  <a:tcPr marT="118925" marB="83250" marR="59450" marL="59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7F3">
                        <a:alpha val="92156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4"/>
          <p:cNvGrpSpPr/>
          <p:nvPr/>
        </p:nvGrpSpPr>
        <p:grpSpPr>
          <a:xfrm>
            <a:off x="4053748" y="4336270"/>
            <a:ext cx="4161208" cy="637114"/>
            <a:chOff x="0" y="-38100"/>
            <a:chExt cx="1769552" cy="299653"/>
          </a:xfrm>
        </p:grpSpPr>
        <p:sp>
          <p:nvSpPr>
            <p:cNvPr id="134" name="Google Shape;134;p4"/>
            <p:cNvSpPr/>
            <p:nvPr/>
          </p:nvSpPr>
          <p:spPr>
            <a:xfrm>
              <a:off x="0" y="0"/>
              <a:ext cx="1769552" cy="261553"/>
            </a:xfrm>
            <a:custGeom>
              <a:rect b="b" l="l" r="r" t="t"/>
              <a:pathLst>
                <a:path extrusionOk="0" h="261553" w="1769552">
                  <a:moveTo>
                    <a:pt x="23483" y="0"/>
                  </a:moveTo>
                  <a:lnTo>
                    <a:pt x="1746070" y="0"/>
                  </a:lnTo>
                  <a:cubicBezTo>
                    <a:pt x="1752298" y="0"/>
                    <a:pt x="1758271" y="2474"/>
                    <a:pt x="1762675" y="6878"/>
                  </a:cubicBezTo>
                  <a:cubicBezTo>
                    <a:pt x="1767078" y="11282"/>
                    <a:pt x="1769552" y="17255"/>
                    <a:pt x="1769552" y="23483"/>
                  </a:cubicBezTo>
                  <a:lnTo>
                    <a:pt x="1769552" y="238071"/>
                  </a:lnTo>
                  <a:cubicBezTo>
                    <a:pt x="1769552" y="251040"/>
                    <a:pt x="1759039" y="261553"/>
                    <a:pt x="1746070" y="261553"/>
                  </a:cubicBezTo>
                  <a:lnTo>
                    <a:pt x="23483" y="261553"/>
                  </a:lnTo>
                  <a:cubicBezTo>
                    <a:pt x="17255" y="261553"/>
                    <a:pt x="11282" y="259079"/>
                    <a:pt x="6878" y="254675"/>
                  </a:cubicBezTo>
                  <a:cubicBezTo>
                    <a:pt x="2474" y="250271"/>
                    <a:pt x="0" y="244298"/>
                    <a:pt x="0" y="238071"/>
                  </a:cubicBezTo>
                  <a:lnTo>
                    <a:pt x="0" y="23483"/>
                  </a:lnTo>
                  <a:cubicBezTo>
                    <a:pt x="0" y="17255"/>
                    <a:pt x="2474" y="11282"/>
                    <a:pt x="6878" y="6878"/>
                  </a:cubicBezTo>
                  <a:cubicBezTo>
                    <a:pt x="11282" y="2474"/>
                    <a:pt x="17255" y="0"/>
                    <a:pt x="234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6600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0" y="-38100"/>
              <a:ext cx="1769552" cy="2996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875" lIns="30875" spcFirstLastPara="1" rIns="30875" wrap="square" tIns="30875">
              <a:noAutofit/>
            </a:bodyPr>
            <a:lstStyle/>
            <a:p>
              <a:pPr indent="0" lvl="0" marL="0" marR="0" rtl="0" algn="ctr">
                <a:lnSpc>
                  <a:spcPct val="1477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p4"/>
          <p:cNvSpPr/>
          <p:nvPr/>
        </p:nvSpPr>
        <p:spPr>
          <a:xfrm>
            <a:off x="4961341" y="849886"/>
            <a:ext cx="2269319" cy="2254565"/>
          </a:xfrm>
          <a:custGeom>
            <a:rect b="b" l="l" r="r" t="t"/>
            <a:pathLst>
              <a:path extrusionOk="0" h="4485555" w="4514912">
                <a:moveTo>
                  <a:pt x="0" y="0"/>
                </a:moveTo>
                <a:lnTo>
                  <a:pt x="4514912" y="0"/>
                </a:lnTo>
                <a:lnTo>
                  <a:pt x="4514912" y="4485555"/>
                </a:lnTo>
                <a:lnTo>
                  <a:pt x="0" y="44855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381" l="0" r="-171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3315469" y="3158823"/>
            <a:ext cx="5561062" cy="1137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90">
                <a:solidFill>
                  <a:srgbClr val="351E29"/>
                </a:solidFill>
                <a:latin typeface="Geom"/>
                <a:ea typeface="Geom"/>
                <a:cs typeface="Geom"/>
                <a:sym typeface="Geom"/>
              </a:rPr>
              <a:t>THANK YOU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4295769" y="4452080"/>
            <a:ext cx="3677166" cy="4414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1E29"/>
              </a:buClr>
              <a:buSzPts val="2230"/>
              <a:buFont typeface="Geom"/>
              <a:buNone/>
            </a:pPr>
            <a:r>
              <a:rPr lang="en-US" sz="2230">
                <a:solidFill>
                  <a:srgbClr val="351E29"/>
                </a:solidFill>
                <a:latin typeface="Geom"/>
                <a:ea typeface="Geom"/>
                <a:cs typeface="Geom"/>
                <a:sym typeface="Geom"/>
              </a:rPr>
              <a:t>Let’s Build Success Together!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3315469" y="5183691"/>
            <a:ext cx="5561062" cy="311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1E29"/>
              </a:buClr>
              <a:buSzPts val="1419"/>
              <a:buFont typeface="Geom"/>
              <a:buNone/>
            </a:pPr>
            <a:r>
              <a:rPr lang="en-US" sz="1419">
                <a:solidFill>
                  <a:srgbClr val="351E29"/>
                </a:solidFill>
                <a:latin typeface="Geom"/>
                <a:ea typeface="Geom"/>
                <a:cs typeface="Geom"/>
                <a:sym typeface="Geom"/>
              </a:rPr>
              <a:t>www.excellentpublicity.com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-55667" y="-81285"/>
            <a:ext cx="3129115" cy="4736112"/>
          </a:xfrm>
          <a:custGeom>
            <a:rect b="b" l="l" r="r" t="t"/>
            <a:pathLst>
              <a:path extrusionOk="0" h="10287000" w="10290346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 rot="10800000">
            <a:off x="7324035" y="2507784"/>
            <a:ext cx="4867965" cy="4375091"/>
          </a:xfrm>
          <a:custGeom>
            <a:rect b="b" l="l" r="r" t="t"/>
            <a:pathLst>
              <a:path extrusionOk="0" h="10287000" w="10290346">
                <a:moveTo>
                  <a:pt x="0" y="0"/>
                </a:moveTo>
                <a:lnTo>
                  <a:pt x="10290346" y="0"/>
                </a:lnTo>
                <a:lnTo>
                  <a:pt x="102903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131507" y="144544"/>
            <a:ext cx="11928986" cy="6568913"/>
          </a:xfrm>
          <a:custGeom>
            <a:rect b="b" l="l" r="r" t="t"/>
            <a:pathLst>
              <a:path extrusionOk="0" h="2523293" w="4660977">
                <a:moveTo>
                  <a:pt x="10062" y="0"/>
                </a:moveTo>
                <a:lnTo>
                  <a:pt x="4650915" y="0"/>
                </a:lnTo>
                <a:cubicBezTo>
                  <a:pt x="4656472" y="0"/>
                  <a:pt x="4660977" y="4505"/>
                  <a:pt x="4660977" y="10062"/>
                </a:cubicBezTo>
                <a:lnTo>
                  <a:pt x="4660977" y="2513231"/>
                </a:lnTo>
                <a:cubicBezTo>
                  <a:pt x="4660977" y="2518788"/>
                  <a:pt x="4656472" y="2523293"/>
                  <a:pt x="4650915" y="2523293"/>
                </a:cubicBezTo>
                <a:lnTo>
                  <a:pt x="10062" y="2523293"/>
                </a:lnTo>
                <a:cubicBezTo>
                  <a:pt x="4505" y="2523293"/>
                  <a:pt x="0" y="2518788"/>
                  <a:pt x="0" y="2513231"/>
                </a:cubicBezTo>
                <a:lnTo>
                  <a:pt x="0" y="10062"/>
                </a:lnTo>
                <a:cubicBezTo>
                  <a:pt x="0" y="4505"/>
                  <a:pt x="4505" y="0"/>
                  <a:pt x="1006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rnd" cmpd="sng" w="19050">
            <a:solidFill>
              <a:srgbClr val="6600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2025-10-09T07:58:58Z</dcterms:created>
  <dc:creator>Rhythem Jain</dc:creator>
</cp:coreProperties>
</file>