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98" r:id="rId3"/>
    <p:sldId id="297" r:id="rId4"/>
  </p:sldIdLst>
  <p:sldSz cx="10972800" cy="6765925"/>
  <p:notesSz cx="6858000" cy="9144000"/>
  <p:photoAlbum showCaptions="1" layout="1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31">
          <p15:clr>
            <a:srgbClr val="A4A3A4"/>
          </p15:clr>
        </p15:guide>
        <p15:guide id="4" pos="34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76D39D-FF6C-4050-9EE1-740AA65BDEC1}" v="1" dt="2026-05-06T05:46:18.1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660"/>
  </p:normalViewPr>
  <p:slideViewPr>
    <p:cSldViewPr>
      <p:cViewPr varScale="1">
        <p:scale>
          <a:sx n="60" d="100"/>
          <a:sy n="60" d="100"/>
        </p:scale>
        <p:origin x="1108" y="44"/>
      </p:cViewPr>
      <p:guideLst>
        <p:guide orient="horz" pos="2160"/>
        <p:guide pos="2880"/>
        <p:guide orient="horz" pos="2131"/>
        <p:guide pos="3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23D67-E9CA-43B9-8447-A4F1F1D55BAE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9288" y="685800"/>
            <a:ext cx="55594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BA185-35C9-4AB7-B93F-540934AF4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503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101823"/>
            <a:ext cx="9326880" cy="14502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3834024"/>
            <a:ext cx="7680960" cy="17290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243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02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776" y="4347735"/>
            <a:ext cx="9326880" cy="134378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776" y="2867689"/>
            <a:ext cx="9326880" cy="148004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51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578716"/>
            <a:ext cx="4846320" cy="446519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7840" y="1578716"/>
            <a:ext cx="4846320" cy="446519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662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14502"/>
            <a:ext cx="4848226" cy="6311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145675"/>
            <a:ext cx="4848226" cy="38982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4032" y="1514502"/>
            <a:ext cx="4850130" cy="6311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4032" y="2145675"/>
            <a:ext cx="4850130" cy="38982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466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75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55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69384"/>
            <a:ext cx="3609976" cy="114644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060" y="269384"/>
            <a:ext cx="6134100" cy="57745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415834"/>
            <a:ext cx="3609976" cy="462808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4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746" y="4736148"/>
            <a:ext cx="6583680" cy="55912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0746" y="604549"/>
            <a:ext cx="6583680" cy="40595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0746" y="5295277"/>
            <a:ext cx="6583680" cy="79405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718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84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5280" y="270952"/>
            <a:ext cx="2468880" cy="5772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" y="270952"/>
            <a:ext cx="7223760" cy="5772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950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HPPowerPoint logo" descr="PHPPowerPoint logo">
            <a:extLst>
              <a:ext uri="{FF2B5EF4-FFF2-40B4-BE49-F238E27FC236}">
                <a16:creationId xmlns:a16="http://schemas.microsoft.com/office/drawing/2014/main" id="{46EAC7C7-9FEA-471F-8B62-F9B15A610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1087100" cy="684110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BBED47-620D-4851-86E8-0141112BEF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5563" y="5522856"/>
            <a:ext cx="5869480" cy="1200726"/>
          </a:xfrm>
        </p:spPr>
        <p:txBody>
          <a:bodyPr anchor="ctr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SITE ID : </a:t>
            </a:r>
          </a:p>
          <a:p>
            <a:pPr lvl="0"/>
            <a:r>
              <a:rPr lang="en-US" dirty="0"/>
              <a:t>CITY :</a:t>
            </a:r>
          </a:p>
          <a:p>
            <a:pPr lvl="0"/>
            <a:r>
              <a:rPr lang="en-US" dirty="0"/>
              <a:t>AREA :</a:t>
            </a:r>
          </a:p>
          <a:p>
            <a:pPr lvl="0"/>
            <a:r>
              <a:rPr lang="en-US" dirty="0"/>
              <a:t>LOC :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48E72F2-65C7-46F2-A76E-EE336C7038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51667" y="5509187"/>
            <a:ext cx="2859578" cy="1200726"/>
          </a:xfrm>
        </p:spPr>
        <p:txBody>
          <a:bodyPr anchor="ctr">
            <a:no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r>
              <a:rPr lang="en-US" dirty="0"/>
              <a:t>SIZE :</a:t>
            </a:r>
          </a:p>
          <a:p>
            <a:pPr lvl="0"/>
            <a:r>
              <a:rPr lang="en-US" dirty="0"/>
              <a:t>TRAFFIC COUNT :</a:t>
            </a:r>
          </a:p>
          <a:p>
            <a:pPr lvl="0"/>
            <a:r>
              <a:rPr lang="en-US" dirty="0"/>
              <a:t>SITE GRADE :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ADF02703-F885-485C-9071-CD9229F277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65560" y="160607"/>
            <a:ext cx="10744200" cy="4998413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53605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0" y="0"/>
            <a:ext cx="10968990" cy="6765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754381" y="360229"/>
            <a:ext cx="9464040" cy="982939"/>
          </a:xfrm>
          <a:ln>
            <a:headEnd type="none"/>
            <a:tailEnd type="none"/>
          </a:ln>
        </p:spPr>
        <p:txBody>
          <a:bodyPr/>
          <a:lstStyle>
            <a:lvl1pPr>
              <a:defRPr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/>
          <a:lstStyle>
            <a:lvl1pPr>
              <a:defRPr dirty="0">
                <a:latin typeface="Arial" panose="020B0604020202020204"/>
                <a:cs typeface="Arial" panose="020B0604020202020204"/>
              </a:defRPr>
            </a:lvl1pPr>
            <a:lvl2pPr>
              <a:defRPr dirty="0">
                <a:latin typeface="Arial" panose="020B0604020202020204"/>
                <a:cs typeface="Arial" panose="020B0604020202020204"/>
              </a:defRPr>
            </a:lvl2pPr>
            <a:lvl3pPr>
              <a:defRPr dirty="0">
                <a:latin typeface="Arial" panose="020B0604020202020204"/>
                <a:cs typeface="Arial" panose="020B0604020202020204"/>
              </a:defRPr>
            </a:lvl3pPr>
            <a:lvl4pPr>
              <a:defRPr dirty="0">
                <a:latin typeface="Arial" panose="020B0604020202020204"/>
                <a:cs typeface="Arial" panose="020B0604020202020204"/>
              </a:defRPr>
            </a:lvl4pPr>
            <a:lvl5pPr>
              <a:defRPr dirty="0">
                <a:latin typeface="Arial" panose="020B0604020202020204"/>
                <a:cs typeface="Arial" panose="020B0604020202020204"/>
              </a:defRPr>
            </a:lvl5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754381" y="6271011"/>
            <a:ext cx="2468880" cy="3612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/>
          <a:lstStyle>
            <a:lvl1pPr>
              <a:defRPr/>
            </a:lvl1pPr>
          </a:lstStyle>
          <a:p>
            <a:pPr defTabSz="385788">
              <a:defRPr/>
            </a:pPr>
            <a:fld id="{9B6A3966-5E42-41C2-A7E2-7FD78DEC4208}" type="datetimeFigureOut">
              <a:rPr lang="en-IN" smtClean="0"/>
              <a:pPr defTabSz="385788">
                <a:defRPr/>
              </a:pPr>
              <a:t>06-05-2026</a:t>
            </a:fld>
            <a:endParaRPr lang="en-I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634740" y="6271011"/>
            <a:ext cx="3703320" cy="3612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/>
          <a:lstStyle>
            <a:lvl1pPr>
              <a:defRPr/>
            </a:lvl1pPr>
          </a:lstStyle>
          <a:p>
            <a:pPr defTabSz="385788">
              <a:defRPr/>
            </a:pPr>
            <a:endParaRPr lang="en-I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7749540" y="6271011"/>
            <a:ext cx="2468880" cy="3612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IN" altLang="x-none" dirty="0"/>
              <a:t>‹#›</a:t>
            </a:fld>
            <a:endParaRPr lang="en-IN" altLang="x-none" dirty="0"/>
          </a:p>
        </p:txBody>
      </p:sp>
    </p:spTree>
    <p:extLst>
      <p:ext uri="{BB962C8B-B14F-4D97-AF65-F5344CB8AC3E}">
        <p14:creationId xmlns:p14="http://schemas.microsoft.com/office/powerpoint/2010/main" val="338083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0951"/>
            <a:ext cx="9875520" cy="11276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78716"/>
            <a:ext cx="9875520" cy="4465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271012"/>
            <a:ext cx="2560320" cy="3602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65DEC-1EB4-421E-AC32-49DA869D6E03}" type="datetimeFigureOut">
              <a:rPr lang="en-IN" smtClean="0"/>
              <a:pPr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040" y="6271012"/>
            <a:ext cx="3474720" cy="3602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3840" y="6271012"/>
            <a:ext cx="2560320" cy="3602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AE563-C09E-450E-AF9C-1FDEF989E44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49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  <p:sldLayoutId id="2147483666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26" y="-12561"/>
            <a:ext cx="3087104" cy="4672525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080"/>
          </a:p>
        </p:txBody>
      </p:sp>
      <p:grpSp>
        <p:nvGrpSpPr>
          <p:cNvPr id="4" name="Group 4"/>
          <p:cNvGrpSpPr/>
          <p:nvPr/>
        </p:nvGrpSpPr>
        <p:grpSpPr>
          <a:xfrm>
            <a:off x="-398015" y="142602"/>
            <a:ext cx="11202323" cy="8643279"/>
            <a:chOff x="0" y="-1123359"/>
            <a:chExt cx="4917344" cy="3646652"/>
          </a:xfrm>
        </p:grpSpPr>
        <p:sp>
          <p:nvSpPr>
            <p:cNvPr id="5" name="Freeform 5"/>
            <p:cNvSpPr/>
            <p:nvPr/>
          </p:nvSpPr>
          <p:spPr>
            <a:xfrm>
              <a:off x="256367" y="-1123359"/>
              <a:ext cx="4660977" cy="2734255"/>
            </a:xfrm>
            <a:custGeom>
              <a:avLst/>
              <a:gdLst/>
              <a:ahLst/>
              <a:cxnLst/>
              <a:rect l="l" t="t" r="r" b="b"/>
              <a:pathLst>
                <a:path w="4660977" h="2523293">
                  <a:moveTo>
                    <a:pt x="10062" y="0"/>
                  </a:moveTo>
                  <a:lnTo>
                    <a:pt x="4650915" y="0"/>
                  </a:lnTo>
                  <a:cubicBezTo>
                    <a:pt x="4656472" y="0"/>
                    <a:pt x="4660977" y="4505"/>
                    <a:pt x="4660977" y="10062"/>
                  </a:cubicBezTo>
                  <a:lnTo>
                    <a:pt x="4660977" y="2513231"/>
                  </a:lnTo>
                  <a:cubicBezTo>
                    <a:pt x="4660977" y="2518788"/>
                    <a:pt x="4656472" y="2523293"/>
                    <a:pt x="4650915" y="2523293"/>
                  </a:cubicBezTo>
                  <a:lnTo>
                    <a:pt x="10062" y="2523293"/>
                  </a:lnTo>
                  <a:cubicBezTo>
                    <a:pt x="4505" y="2523293"/>
                    <a:pt x="0" y="2518788"/>
                    <a:pt x="0" y="2513231"/>
                  </a:cubicBezTo>
                  <a:lnTo>
                    <a:pt x="0" y="10062"/>
                  </a:lnTo>
                  <a:cubicBezTo>
                    <a:pt x="0" y="4505"/>
                    <a:pt x="4505" y="0"/>
                    <a:pt x="100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gradFill>
                <a:gsLst>
                  <a:gs pos="0">
                    <a:srgbClr val="660049">
                      <a:alpha val="100000"/>
                    </a:srgbClr>
                  </a:gs>
                  <a:gs pos="33333">
                    <a:srgbClr val="9B7CCF">
                      <a:alpha val="100000"/>
                    </a:srgbClr>
                  </a:gs>
                  <a:gs pos="66667">
                    <a:srgbClr val="FF40DB">
                      <a:alpha val="100000"/>
                    </a:srgbClr>
                  </a:gs>
                  <a:gs pos="100000">
                    <a:srgbClr val="FF4040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 sz="108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660977" cy="2561393"/>
            </a:xfrm>
            <a:prstGeom prst="rect">
              <a:avLst/>
            </a:prstGeom>
          </p:spPr>
          <p:txBody>
            <a:bodyPr lIns="30480" tIns="30480" rIns="30480" bIns="30480" rtlCol="0" anchor="ctr"/>
            <a:lstStyle/>
            <a:p>
              <a:pPr algn="ctr">
                <a:lnSpc>
                  <a:spcPts val="1596"/>
                </a:lnSpc>
                <a:spcBef>
                  <a:spcPct val="0"/>
                </a:spcBef>
              </a:pPr>
              <a:endParaRPr sz="1080" dirty="0"/>
            </a:p>
          </p:txBody>
        </p:sp>
      </p:grpSp>
      <p:sp>
        <p:nvSpPr>
          <p:cNvPr id="3" name="Freeform 3"/>
          <p:cNvSpPr/>
          <p:nvPr/>
        </p:nvSpPr>
        <p:spPr>
          <a:xfrm rot="-10800000">
            <a:off x="6208247" y="2449574"/>
            <a:ext cx="4802608" cy="4316351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080"/>
          </a:p>
        </p:txBody>
      </p:sp>
      <p:sp>
        <p:nvSpPr>
          <p:cNvPr id="10" name="Freeform 10"/>
          <p:cNvSpPr/>
          <p:nvPr/>
        </p:nvSpPr>
        <p:spPr>
          <a:xfrm>
            <a:off x="3936512" y="848135"/>
            <a:ext cx="3099776" cy="3079621"/>
          </a:xfrm>
          <a:custGeom>
            <a:avLst/>
            <a:gdLst/>
            <a:ahLst/>
            <a:cxnLst/>
            <a:rect l="l" t="t" r="r" b="b"/>
            <a:pathLst>
              <a:path w="4514912" h="4485555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716" b="-2381"/>
            </a:stretch>
          </a:blipFill>
        </p:spPr>
        <p:txBody>
          <a:bodyPr/>
          <a:lstStyle/>
          <a:p>
            <a:endParaRPr lang="en-IN" sz="1080"/>
          </a:p>
        </p:txBody>
      </p:sp>
      <p:grpSp>
        <p:nvGrpSpPr>
          <p:cNvPr id="11" name="Group 11"/>
          <p:cNvGrpSpPr/>
          <p:nvPr/>
        </p:nvGrpSpPr>
        <p:grpSpPr>
          <a:xfrm>
            <a:off x="2770980" y="4273549"/>
            <a:ext cx="5260694" cy="948330"/>
            <a:chOff x="0" y="0"/>
            <a:chExt cx="3611356" cy="4162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1356" cy="416277"/>
            </a:xfrm>
            <a:custGeom>
              <a:avLst/>
              <a:gdLst/>
              <a:ahLst/>
              <a:cxnLst/>
              <a:rect l="l" t="t" r="r" b="b"/>
              <a:pathLst>
                <a:path w="3611356" h="416277">
                  <a:moveTo>
                    <a:pt x="12986" y="0"/>
                  </a:moveTo>
                  <a:lnTo>
                    <a:pt x="3598370" y="0"/>
                  </a:lnTo>
                  <a:cubicBezTo>
                    <a:pt x="3605542" y="0"/>
                    <a:pt x="3611356" y="5814"/>
                    <a:pt x="3611356" y="12986"/>
                  </a:cubicBezTo>
                  <a:lnTo>
                    <a:pt x="3611356" y="403290"/>
                  </a:lnTo>
                  <a:cubicBezTo>
                    <a:pt x="3611356" y="410463"/>
                    <a:pt x="3605542" y="416277"/>
                    <a:pt x="3598370" y="416277"/>
                  </a:cubicBezTo>
                  <a:lnTo>
                    <a:pt x="12986" y="416277"/>
                  </a:lnTo>
                  <a:cubicBezTo>
                    <a:pt x="9542" y="416277"/>
                    <a:pt x="6239" y="414908"/>
                    <a:pt x="3804" y="412473"/>
                  </a:cubicBezTo>
                  <a:cubicBezTo>
                    <a:pt x="1368" y="410038"/>
                    <a:pt x="0" y="406735"/>
                    <a:pt x="0" y="403290"/>
                  </a:cubicBezTo>
                  <a:lnTo>
                    <a:pt x="0" y="12986"/>
                  </a:lnTo>
                  <a:cubicBezTo>
                    <a:pt x="0" y="5814"/>
                    <a:pt x="5814" y="0"/>
                    <a:pt x="129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gradFill>
                <a:gsLst>
                  <a:gs pos="0">
                    <a:srgbClr val="BB178C">
                      <a:alpha val="100000"/>
                    </a:srgbClr>
                  </a:gs>
                  <a:gs pos="33333">
                    <a:srgbClr val="9B7CCF">
                      <a:alpha val="100000"/>
                    </a:srgbClr>
                  </a:gs>
                  <a:gs pos="66667">
                    <a:srgbClr val="FF40DB">
                      <a:alpha val="100000"/>
                    </a:srgbClr>
                  </a:gs>
                  <a:gs pos="100000">
                    <a:srgbClr val="FF4040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 sz="108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1356" cy="454377"/>
            </a:xfrm>
            <a:prstGeom prst="rect">
              <a:avLst/>
            </a:prstGeom>
          </p:spPr>
          <p:txBody>
            <a:bodyPr lIns="30480" tIns="30480" rIns="30480" bIns="30480" rtlCol="0" anchor="ctr"/>
            <a:lstStyle/>
            <a:p>
              <a:pPr algn="ctr">
                <a:lnSpc>
                  <a:spcPts val="1596"/>
                </a:lnSpc>
                <a:spcBef>
                  <a:spcPct val="0"/>
                </a:spcBef>
              </a:pPr>
              <a:endParaRPr sz="108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28905" y="4361934"/>
            <a:ext cx="7944843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400" dirty="0">
                <a:solidFill>
                  <a:srgbClr val="510C2C"/>
                </a:solidFill>
                <a:latin typeface="Geometria" panose="020B0604020202020204"/>
              </a:rPr>
              <a:t>Ad-Tech Platform for </a:t>
            </a:r>
          </a:p>
          <a:p>
            <a:pPr algn="ctr"/>
            <a:r>
              <a:rPr lang="en-US" sz="2400" dirty="0">
                <a:solidFill>
                  <a:srgbClr val="510C2C"/>
                </a:solidFill>
                <a:latin typeface="Geometria" panose="020B0604020202020204"/>
              </a:rPr>
              <a:t>Media Discovery and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6C1AF-2BB4-3D26-5A51-2B2FD8670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0A8E0D55-D28A-11DA-95A1-C3D83022C037}"/>
              </a:ext>
            </a:extLst>
          </p:cNvPr>
          <p:cNvSpPr/>
          <p:nvPr/>
        </p:nvSpPr>
        <p:spPr>
          <a:xfrm>
            <a:off x="10022904" y="70594"/>
            <a:ext cx="840129" cy="834667"/>
          </a:xfrm>
          <a:custGeom>
            <a:avLst/>
            <a:gdLst/>
            <a:ahLst/>
            <a:cxnLst/>
            <a:rect l="l" t="t" r="r" b="b"/>
            <a:pathLst>
              <a:path w="4514912" h="4485555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716" b="-2381"/>
            </a:stretch>
          </a:blipFill>
        </p:spPr>
        <p:txBody>
          <a:bodyPr/>
          <a:lstStyle/>
          <a:p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87426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4">
            <a:extLst>
              <a:ext uri="{FF2B5EF4-FFF2-40B4-BE49-F238E27FC236}">
                <a16:creationId xmlns:a16="http://schemas.microsoft.com/office/drawing/2014/main" id="{AC27CCAD-1687-29F8-DC39-E6EA20D21D79}"/>
              </a:ext>
            </a:extLst>
          </p:cNvPr>
          <p:cNvGrpSpPr/>
          <p:nvPr/>
        </p:nvGrpSpPr>
        <p:grpSpPr>
          <a:xfrm>
            <a:off x="3471567" y="4278051"/>
            <a:ext cx="4105340" cy="628560"/>
            <a:chOff x="0" y="-38100"/>
            <a:chExt cx="1769552" cy="299653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4103898C-A70A-E84D-4794-73EF5675500B}"/>
                </a:ext>
              </a:extLst>
            </p:cNvPr>
            <p:cNvSpPr/>
            <p:nvPr/>
          </p:nvSpPr>
          <p:spPr>
            <a:xfrm>
              <a:off x="0" y="0"/>
              <a:ext cx="1769552" cy="261553"/>
            </a:xfrm>
            <a:custGeom>
              <a:avLst/>
              <a:gdLst/>
              <a:ahLst/>
              <a:cxnLst/>
              <a:rect l="l" t="t" r="r" b="b"/>
              <a:pathLst>
                <a:path w="1769552" h="261553">
                  <a:moveTo>
                    <a:pt x="23483" y="0"/>
                  </a:moveTo>
                  <a:lnTo>
                    <a:pt x="1746070" y="0"/>
                  </a:lnTo>
                  <a:cubicBezTo>
                    <a:pt x="1752298" y="0"/>
                    <a:pt x="1758271" y="2474"/>
                    <a:pt x="1762675" y="6878"/>
                  </a:cubicBezTo>
                  <a:cubicBezTo>
                    <a:pt x="1767078" y="11282"/>
                    <a:pt x="1769552" y="17255"/>
                    <a:pt x="1769552" y="23483"/>
                  </a:cubicBezTo>
                  <a:lnTo>
                    <a:pt x="1769552" y="238071"/>
                  </a:lnTo>
                  <a:cubicBezTo>
                    <a:pt x="1769552" y="251040"/>
                    <a:pt x="1759039" y="261553"/>
                    <a:pt x="1746070" y="261553"/>
                  </a:cubicBezTo>
                  <a:lnTo>
                    <a:pt x="23483" y="261553"/>
                  </a:lnTo>
                  <a:cubicBezTo>
                    <a:pt x="17255" y="261553"/>
                    <a:pt x="11282" y="259079"/>
                    <a:pt x="6878" y="254675"/>
                  </a:cubicBezTo>
                  <a:cubicBezTo>
                    <a:pt x="2474" y="250271"/>
                    <a:pt x="0" y="244298"/>
                    <a:pt x="0" y="238071"/>
                  </a:cubicBezTo>
                  <a:lnTo>
                    <a:pt x="0" y="23483"/>
                  </a:lnTo>
                  <a:cubicBezTo>
                    <a:pt x="0" y="17255"/>
                    <a:pt x="2474" y="11282"/>
                    <a:pt x="6878" y="6878"/>
                  </a:cubicBezTo>
                  <a:cubicBezTo>
                    <a:pt x="11282" y="2474"/>
                    <a:pt x="17255" y="0"/>
                    <a:pt x="234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gradFill>
                <a:gsLst>
                  <a:gs pos="0">
                    <a:srgbClr val="660049">
                      <a:alpha val="100000"/>
                    </a:srgbClr>
                  </a:gs>
                  <a:gs pos="33333">
                    <a:srgbClr val="9B7CCF">
                      <a:alpha val="100000"/>
                    </a:srgbClr>
                  </a:gs>
                  <a:gs pos="66667">
                    <a:srgbClr val="FF40DB">
                      <a:alpha val="100000"/>
                    </a:srgbClr>
                  </a:gs>
                  <a:gs pos="100000">
                    <a:srgbClr val="FF4040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IN" sz="1080"/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E966922C-1396-1465-A998-B307E9D06EFB}"/>
                </a:ext>
              </a:extLst>
            </p:cNvPr>
            <p:cNvSpPr txBox="1"/>
            <p:nvPr/>
          </p:nvSpPr>
          <p:spPr>
            <a:xfrm>
              <a:off x="0" y="-38100"/>
              <a:ext cx="1769552" cy="299653"/>
            </a:xfrm>
            <a:prstGeom prst="rect">
              <a:avLst/>
            </a:prstGeom>
          </p:spPr>
          <p:txBody>
            <a:bodyPr lIns="30480" tIns="30480" rIns="30480" bIns="30480" rtlCol="0" anchor="ctr"/>
            <a:lstStyle/>
            <a:p>
              <a:pPr algn="ctr">
                <a:lnSpc>
                  <a:spcPts val="1596"/>
                </a:lnSpc>
                <a:spcBef>
                  <a:spcPct val="0"/>
                </a:spcBef>
              </a:pPr>
              <a:endParaRPr sz="1080"/>
            </a:p>
          </p:txBody>
        </p:sp>
      </p:grpSp>
      <p:sp>
        <p:nvSpPr>
          <p:cNvPr id="11" name="Freeform 10">
            <a:extLst>
              <a:ext uri="{FF2B5EF4-FFF2-40B4-BE49-F238E27FC236}">
                <a16:creationId xmlns:a16="http://schemas.microsoft.com/office/drawing/2014/main" id="{CC7319BA-7686-2D3A-3067-2C593FC74243}"/>
              </a:ext>
            </a:extLst>
          </p:cNvPr>
          <p:cNvSpPr/>
          <p:nvPr/>
        </p:nvSpPr>
        <p:spPr>
          <a:xfrm>
            <a:off x="4366974" y="838475"/>
            <a:ext cx="2238851" cy="2224295"/>
          </a:xfrm>
          <a:custGeom>
            <a:avLst/>
            <a:gdLst/>
            <a:ahLst/>
            <a:cxnLst/>
            <a:rect l="l" t="t" r="r" b="b"/>
            <a:pathLst>
              <a:path w="4514912" h="4485555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716" b="-2381"/>
            </a:stretch>
          </a:blipFill>
        </p:spPr>
        <p:txBody>
          <a:bodyPr/>
          <a:lstStyle/>
          <a:p>
            <a:pPr algn="ctr"/>
            <a:endParaRPr lang="en-IN" sz="108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DAE5C6-C872-BF2B-B62D-2FCC20271601}"/>
              </a:ext>
            </a:extLst>
          </p:cNvPr>
          <p:cNvSpPr txBox="1"/>
          <p:nvPr/>
        </p:nvSpPr>
        <p:spPr>
          <a:xfrm>
            <a:off x="2743200" y="3116412"/>
            <a:ext cx="5486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IN" sz="6600" b="1" dirty="0">
                <a:solidFill>
                  <a:srgbClr val="351E29"/>
                </a:solidFill>
                <a:latin typeface="Geometria" panose="020B0604020202020204"/>
              </a:rPr>
              <a:t>THANK YOU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7C65E5-1A2E-7532-9E5A-798E35F8E28F}"/>
              </a:ext>
            </a:extLst>
          </p:cNvPr>
          <p:cNvSpPr txBox="1"/>
          <p:nvPr/>
        </p:nvSpPr>
        <p:spPr>
          <a:xfrm>
            <a:off x="3710338" y="4392306"/>
            <a:ext cx="36277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200" dirty="0">
                <a:solidFill>
                  <a:srgbClr val="351E29"/>
                </a:solidFill>
                <a:latin typeface="Geometria" panose="020B0604020202020204"/>
              </a:rPr>
              <a:t>Let’s Build Success Together!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D1A386-AADB-4915-9347-BB62990D0EDB}"/>
              </a:ext>
            </a:extLst>
          </p:cNvPr>
          <p:cNvSpPr txBox="1"/>
          <p:nvPr/>
        </p:nvSpPr>
        <p:spPr>
          <a:xfrm>
            <a:off x="2743200" y="511409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400" dirty="0">
                <a:solidFill>
                  <a:srgbClr val="351E29"/>
                </a:solidFill>
                <a:latin typeface="Geometria" panose="020B0604020202020204"/>
              </a:rPr>
              <a:t>www.excellentpublicity.com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25EBB284-E256-F4A3-BE6F-6EAC685FFEEF}"/>
              </a:ext>
            </a:extLst>
          </p:cNvPr>
          <p:cNvSpPr/>
          <p:nvPr/>
        </p:nvSpPr>
        <p:spPr>
          <a:xfrm>
            <a:off x="-26832" y="-22825"/>
            <a:ext cx="3087104" cy="4672525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08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07FEAC2-87D9-D076-7209-C93E3D23C2DA}"/>
              </a:ext>
            </a:extLst>
          </p:cNvPr>
          <p:cNvSpPr/>
          <p:nvPr/>
        </p:nvSpPr>
        <p:spPr>
          <a:xfrm rot="10800000">
            <a:off x="6181481" y="2449574"/>
            <a:ext cx="4802608" cy="4316351"/>
          </a:xfrm>
          <a:custGeom>
            <a:avLst/>
            <a:gdLst/>
            <a:ahLst/>
            <a:cxnLst/>
            <a:rect l="l" t="t" r="r" b="b"/>
            <a:pathLst>
              <a:path w="10290346" h="10287000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0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7135</TotalTime>
  <Words>19</Words>
  <Application>Microsoft Office PowerPoint</Application>
  <PresentationFormat>Custom</PresentationFormat>
  <Paragraphs>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creator>LENOVO</dc:creator>
  <cp:lastModifiedBy>Rhythem Jain</cp:lastModifiedBy>
  <cp:revision>726</cp:revision>
  <dcterms:created xsi:type="dcterms:W3CDTF">2017-05-25T10:29:45Z</dcterms:created>
  <dcterms:modified xsi:type="dcterms:W3CDTF">2026-05-06T08:52:19Z</dcterms:modified>
</cp:coreProperties>
</file>