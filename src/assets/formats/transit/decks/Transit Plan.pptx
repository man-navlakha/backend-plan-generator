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98" r:id="rId4"/>
    <p:sldId id="29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0C2C"/>
    <a:srgbClr val="FCF7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0D49E4-8129-43F4-9E7B-6569C22A1161}" v="6" dt="2026-03-05T12:35:39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hythem Jain" userId="5febf3aab2d16ef7" providerId="LiveId" clId="{398EC041-97AE-4846-8035-C2EA1950FEF4}"/>
    <pc:docChg chg="custSel addSld modSld">
      <pc:chgData name="Rhythem Jain" userId="5febf3aab2d16ef7" providerId="LiveId" clId="{398EC041-97AE-4846-8035-C2EA1950FEF4}" dt="2026-03-05T12:37:29.133" v="23" actId="207"/>
      <pc:docMkLst>
        <pc:docMk/>
      </pc:docMkLst>
      <pc:sldChg chg="modSp mod">
        <pc:chgData name="Rhythem Jain" userId="5febf3aab2d16ef7" providerId="LiveId" clId="{398EC041-97AE-4846-8035-C2EA1950FEF4}" dt="2026-03-05T12:37:29.133" v="23" actId="207"/>
        <pc:sldMkLst>
          <pc:docMk/>
          <pc:sldMk cId="0" sldId="260"/>
        </pc:sldMkLst>
        <pc:spChg chg="mod">
          <ac:chgData name="Rhythem Jain" userId="5febf3aab2d16ef7" providerId="LiveId" clId="{398EC041-97AE-4846-8035-C2EA1950FEF4}" dt="2026-03-05T12:37:29.133" v="23" actId="207"/>
          <ac:spMkLst>
            <pc:docMk/>
            <pc:sldMk cId="0" sldId="260"/>
            <ac:spMk id="14" creationId="{00000000-0000-0000-0000-000000000000}"/>
          </ac:spMkLst>
        </pc:spChg>
      </pc:sldChg>
      <pc:sldChg chg="addSp delSp modSp add mod">
        <pc:chgData name="Rhythem Jain" userId="5febf3aab2d16ef7" providerId="LiveId" clId="{398EC041-97AE-4846-8035-C2EA1950FEF4}" dt="2026-03-05T12:35:39.468" v="17" actId="1076"/>
        <pc:sldMkLst>
          <pc:docMk/>
          <pc:sldMk cId="4266736975" sldId="298"/>
        </pc:sldMkLst>
        <pc:spChg chg="add mod">
          <ac:chgData name="Rhythem Jain" userId="5febf3aab2d16ef7" providerId="LiveId" clId="{398EC041-97AE-4846-8035-C2EA1950FEF4}" dt="2026-03-05T12:31:09.043" v="15" actId="1076"/>
          <ac:spMkLst>
            <pc:docMk/>
            <pc:sldMk cId="4266736975" sldId="298"/>
            <ac:spMk id="3" creationId="{626188CC-B20D-C5D2-E851-23F194D51E72}"/>
          </ac:spMkLst>
        </pc:spChg>
        <pc:graphicFrameChg chg="del">
          <ac:chgData name="Rhythem Jain" userId="5febf3aab2d16ef7" providerId="LiveId" clId="{398EC041-97AE-4846-8035-C2EA1950FEF4}" dt="2026-03-05T12:25:24.230" v="2" actId="478"/>
          <ac:graphicFrameMkLst>
            <pc:docMk/>
            <pc:sldMk cId="4266736975" sldId="298"/>
            <ac:graphicFrameMk id="5" creationId="{DDA5DC01-3A0D-C1BD-DE1B-EC529D643AD9}"/>
          </ac:graphicFrameMkLst>
        </pc:graphicFrameChg>
        <pc:graphicFrameChg chg="del">
          <ac:chgData name="Rhythem Jain" userId="5febf3aab2d16ef7" providerId="LiveId" clId="{398EC041-97AE-4846-8035-C2EA1950FEF4}" dt="2026-03-05T12:25:21.214" v="1" actId="478"/>
          <ac:graphicFrameMkLst>
            <pc:docMk/>
            <pc:sldMk cId="4266736975" sldId="298"/>
            <ac:graphicFrameMk id="7" creationId="{4C1B592E-04D8-1843-8CD7-D9020FE94853}"/>
          </ac:graphicFrameMkLst>
        </pc:graphicFrameChg>
        <pc:graphicFrameChg chg="del">
          <ac:chgData name="Rhythem Jain" userId="5febf3aab2d16ef7" providerId="LiveId" clId="{398EC041-97AE-4846-8035-C2EA1950FEF4}" dt="2026-03-05T12:25:21.214" v="1" actId="478"/>
          <ac:graphicFrameMkLst>
            <pc:docMk/>
            <pc:sldMk cId="4266736975" sldId="298"/>
            <ac:graphicFrameMk id="8" creationId="{16516BB2-EDB3-7465-5875-0A0781D76EDA}"/>
          </ac:graphicFrameMkLst>
        </pc:graphicFrameChg>
        <pc:graphicFrameChg chg="del">
          <ac:chgData name="Rhythem Jain" userId="5febf3aab2d16ef7" providerId="LiveId" clId="{398EC041-97AE-4846-8035-C2EA1950FEF4}" dt="2026-03-05T12:25:21.214" v="1" actId="478"/>
          <ac:graphicFrameMkLst>
            <pc:docMk/>
            <pc:sldMk cId="4266736975" sldId="298"/>
            <ac:graphicFrameMk id="9" creationId="{9BC467D0-A639-77D6-CC6B-A8BF885FAAB4}"/>
          </ac:graphicFrameMkLst>
        </pc:graphicFrameChg>
        <pc:graphicFrameChg chg="del">
          <ac:chgData name="Rhythem Jain" userId="5febf3aab2d16ef7" providerId="LiveId" clId="{398EC041-97AE-4846-8035-C2EA1950FEF4}" dt="2026-03-05T12:25:21.214" v="1" actId="478"/>
          <ac:graphicFrameMkLst>
            <pc:docMk/>
            <pc:sldMk cId="4266736975" sldId="298"/>
            <ac:graphicFrameMk id="14" creationId="{86C6475E-83E6-3E44-3F6F-BA8707F83087}"/>
          </ac:graphicFrameMkLst>
        </pc:graphicFrameChg>
        <pc:graphicFrameChg chg="del">
          <ac:chgData name="Rhythem Jain" userId="5febf3aab2d16ef7" providerId="LiveId" clId="{398EC041-97AE-4846-8035-C2EA1950FEF4}" dt="2026-03-05T12:25:21.214" v="1" actId="478"/>
          <ac:graphicFrameMkLst>
            <pc:docMk/>
            <pc:sldMk cId="4266736975" sldId="298"/>
            <ac:graphicFrameMk id="17" creationId="{4CDE2773-6374-7A9C-C0D5-241F9DE5E0A7}"/>
          </ac:graphicFrameMkLst>
        </pc:graphicFrameChg>
        <pc:picChg chg="mod">
          <ac:chgData name="Rhythem Jain" userId="5febf3aab2d16ef7" providerId="LiveId" clId="{398EC041-97AE-4846-8035-C2EA1950FEF4}" dt="2026-03-05T12:35:39.468" v="17" actId="1076"/>
          <ac:picMkLst>
            <pc:docMk/>
            <pc:sldMk cId="4266736975" sldId="298"/>
            <ac:picMk id="10" creationId="{0635ECBF-3804-C914-7F70-B1E9ACC77B8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9244-D4E2-C9C3-C81A-945ADCA62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AB20BA-F4F4-7442-B51B-9778C9FD5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B41AE-7AF5-E014-5A62-06E396C0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6891B-CB28-F1E1-4117-1730CAA2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3A489-28DF-DC17-E00B-4254F1A4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44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AD80F-50BF-8197-83DE-166FC766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33F06-4415-A1F2-2E13-287DA5765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89228-D45D-9C9B-81C7-AA314D28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1DBB8-AB47-0A0F-F421-0F002F80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3A02C-FE96-214E-C17E-C0FE5233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73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0930-7300-2885-3DBE-1AD5FBCF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A157C-C683-E7F1-2AAC-43EAE8AD4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3F3DB-792F-C498-8CAF-6C80DD0D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D1C95-3E3A-8F1E-0542-457AE88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8EE3A-968C-5105-C650-0D965E14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9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42EA2-C6ED-D528-2458-3191C532B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141D7-EE97-99B2-9C50-85FA5B33A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5F0A2-F3C2-C2E7-3EEE-3EEA51856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D9A29-28A5-D3D2-880C-5C1924DAD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C665B-4289-E3C4-89D2-6FCB368FB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726D0-0FE0-F35E-75A7-CCB042F7D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570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3A78-C6B9-1720-3FD4-D27A9E8D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4E657-2B79-B380-B56C-D18E31AF0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D1AC5-AB3E-8B00-6C4E-4140DCC48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4DF29-3B32-50AC-4A65-32B5FF6D10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03C484-AA86-689C-B946-1DCB6B650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E16514-62D2-BB61-33E1-63C0D36F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BF2169-635C-9CFC-43D4-BA092C99B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D13F3-A90C-4036-8EDC-AC8823EA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83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2798B-FE15-5864-610D-3F838F7E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C1009-83E9-3A26-745D-C4AC0AEC9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A1BCE-60F3-4061-71C3-AED152B9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5BE64-868B-1079-387E-BBC8FCD3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363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E9881-362A-8EAF-237A-A9C8D084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93C997-2F10-2AAF-26AF-1A4BC6EA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536B7-D7D2-DF4D-55EC-5382F64D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22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30ED-D819-4414-7230-A722E69A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AA6FA-E2D5-80C4-5732-E0B3C39BE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6A1B1-DF5F-DD43-9F36-69F03EC64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6174B-FCCE-4927-51D7-491FE4CD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9F7FF-2B42-8E04-3580-6EA9E572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0CF7B-7C34-3BFE-4D4C-323E3FE2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01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5F601-A91A-B8C3-6998-C2DD3224C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B5CB44-52C3-C2BA-86F6-9B9B9CB7E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3A53D-21EF-CAF8-F769-921D93921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0A4B2-B598-96AC-4E13-46C0E16A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A4D8F-5462-F448-1C64-934C2388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961E0-0CA8-DB95-B25B-BEBC9F4E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51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AB6D-E3CC-7C43-4BDB-C434AD1B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0400A-5F95-941E-E772-4A95D3966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B21BF-58FF-532E-D3BF-1175F2864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76D01-84A3-EEC9-867E-0CBB604F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26AC-D08E-DD05-6C28-3744FA99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46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C743A-653F-B4DF-F3D5-27D218002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44763-8562-1736-C8B7-A225ACD95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44590-213B-95C1-ACBC-0836B5A3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F67D1-67C2-317D-0A26-91600EA20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F81D2-F511-96A6-B556-A7460C7FB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37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E55B3C-F5AC-2B7F-9F08-2F9DCDBC8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C643F-3494-8A2E-11E4-E81F26B1B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CAF0A-4743-BA20-49E3-8E2C4CB61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F268D-DEFB-4697-8403-66130785C1E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0A470-95DE-6E5C-CA74-8D5389AF4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5A4B5-B3B0-8B14-A415-D0F37209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219BF-014A-4901-874B-FE15075FE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38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860" y="-17760"/>
            <a:ext cx="3430115" cy="5191694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grpSp>
        <p:nvGrpSpPr>
          <p:cNvPr id="4" name="Group 4"/>
          <p:cNvGrpSpPr/>
          <p:nvPr/>
        </p:nvGrpSpPr>
        <p:grpSpPr>
          <a:xfrm>
            <a:off x="-442239" y="201655"/>
            <a:ext cx="12447026" cy="9230588"/>
            <a:chOff x="0" y="-1123359"/>
            <a:chExt cx="4917344" cy="3646652"/>
          </a:xfrm>
        </p:grpSpPr>
        <p:sp>
          <p:nvSpPr>
            <p:cNvPr id="5" name="Freeform 5"/>
            <p:cNvSpPr/>
            <p:nvPr/>
          </p:nvSpPr>
          <p:spPr>
            <a:xfrm>
              <a:off x="256367" y="-1123359"/>
              <a:ext cx="4660977" cy="2523293"/>
            </a:xfrm>
            <a:custGeom>
              <a:avLst/>
              <a:gdLst/>
              <a:ahLst/>
              <a:cxnLst/>
              <a:rect l="l" t="t" r="r" b="b"/>
              <a:pathLst>
                <a:path w="4660977" h="2523293">
                  <a:moveTo>
                    <a:pt x="10062" y="0"/>
                  </a:moveTo>
                  <a:lnTo>
                    <a:pt x="4650915" y="0"/>
                  </a:lnTo>
                  <a:cubicBezTo>
                    <a:pt x="4656472" y="0"/>
                    <a:pt x="4660977" y="4505"/>
                    <a:pt x="4660977" y="10062"/>
                  </a:cubicBezTo>
                  <a:lnTo>
                    <a:pt x="4660977" y="2513231"/>
                  </a:lnTo>
                  <a:cubicBezTo>
                    <a:pt x="4660977" y="2518788"/>
                    <a:pt x="4656472" y="2523293"/>
                    <a:pt x="4650915" y="2523293"/>
                  </a:cubicBezTo>
                  <a:lnTo>
                    <a:pt x="10062" y="2523293"/>
                  </a:lnTo>
                  <a:cubicBezTo>
                    <a:pt x="4505" y="2523293"/>
                    <a:pt x="0" y="2518788"/>
                    <a:pt x="0" y="2513231"/>
                  </a:cubicBezTo>
                  <a:lnTo>
                    <a:pt x="0" y="10062"/>
                  </a:lnTo>
                  <a:cubicBezTo>
                    <a:pt x="0" y="4505"/>
                    <a:pt x="4505" y="0"/>
                    <a:pt x="100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gradFill>
                <a:gsLst>
                  <a:gs pos="0">
                    <a:srgbClr val="660049">
                      <a:alpha val="100000"/>
                    </a:srgbClr>
                  </a:gs>
                  <a:gs pos="33333">
                    <a:srgbClr val="9B7CCF">
                      <a:alpha val="100000"/>
                    </a:srgbClr>
                  </a:gs>
                  <a:gs pos="66667">
                    <a:srgbClr val="FF40DB">
                      <a:alpha val="100000"/>
                    </a:srgbClr>
                  </a:gs>
                  <a:gs pos="100000">
                    <a:srgbClr val="FF4040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660977" cy="256139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 dirty="0"/>
            </a:p>
          </p:txBody>
        </p:sp>
      </p:grpSp>
      <p:sp>
        <p:nvSpPr>
          <p:cNvPr id="3" name="Freeform 3"/>
          <p:cNvSpPr/>
          <p:nvPr/>
        </p:nvSpPr>
        <p:spPr>
          <a:xfrm rot="-10800000">
            <a:off x="6855768" y="2062054"/>
            <a:ext cx="5336231" cy="4795946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0" name="Freeform 10"/>
          <p:cNvSpPr/>
          <p:nvPr/>
        </p:nvSpPr>
        <p:spPr>
          <a:xfrm>
            <a:off x="4591030" y="1060120"/>
            <a:ext cx="3009941" cy="2990370"/>
          </a:xfrm>
          <a:custGeom>
            <a:avLst/>
            <a:gdLst/>
            <a:ahLst/>
            <a:cxnLst/>
            <a:rect l="l" t="t" r="r" b="b"/>
            <a:pathLst>
              <a:path w="4514912" h="4485555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716" b="-2381"/>
            </a:stretch>
          </a:blipFill>
        </p:spPr>
        <p:txBody>
          <a:bodyPr/>
          <a:lstStyle/>
          <a:p>
            <a:endParaRPr lang="en-IN" sz="1200"/>
          </a:p>
        </p:txBody>
      </p:sp>
      <p:grpSp>
        <p:nvGrpSpPr>
          <p:cNvPr id="11" name="Group 11"/>
          <p:cNvGrpSpPr/>
          <p:nvPr/>
        </p:nvGrpSpPr>
        <p:grpSpPr>
          <a:xfrm>
            <a:off x="3078866" y="4418541"/>
            <a:ext cx="5845215" cy="1053700"/>
            <a:chOff x="0" y="0"/>
            <a:chExt cx="3611356" cy="4162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1356" cy="416277"/>
            </a:xfrm>
            <a:custGeom>
              <a:avLst/>
              <a:gdLst/>
              <a:ahLst/>
              <a:cxnLst/>
              <a:rect l="l" t="t" r="r" b="b"/>
              <a:pathLst>
                <a:path w="3611356" h="416277">
                  <a:moveTo>
                    <a:pt x="12986" y="0"/>
                  </a:moveTo>
                  <a:lnTo>
                    <a:pt x="3598370" y="0"/>
                  </a:lnTo>
                  <a:cubicBezTo>
                    <a:pt x="3605542" y="0"/>
                    <a:pt x="3611356" y="5814"/>
                    <a:pt x="3611356" y="12986"/>
                  </a:cubicBezTo>
                  <a:lnTo>
                    <a:pt x="3611356" y="403290"/>
                  </a:lnTo>
                  <a:cubicBezTo>
                    <a:pt x="3611356" y="410463"/>
                    <a:pt x="3605542" y="416277"/>
                    <a:pt x="3598370" y="416277"/>
                  </a:cubicBezTo>
                  <a:lnTo>
                    <a:pt x="12986" y="416277"/>
                  </a:lnTo>
                  <a:cubicBezTo>
                    <a:pt x="9542" y="416277"/>
                    <a:pt x="6239" y="414908"/>
                    <a:pt x="3804" y="412473"/>
                  </a:cubicBezTo>
                  <a:cubicBezTo>
                    <a:pt x="1368" y="410038"/>
                    <a:pt x="0" y="406735"/>
                    <a:pt x="0" y="403290"/>
                  </a:cubicBezTo>
                  <a:lnTo>
                    <a:pt x="0" y="12986"/>
                  </a:lnTo>
                  <a:cubicBezTo>
                    <a:pt x="0" y="5814"/>
                    <a:pt x="5814" y="0"/>
                    <a:pt x="129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gradFill>
                <a:gsLst>
                  <a:gs pos="0">
                    <a:srgbClr val="BB178C">
                      <a:alpha val="100000"/>
                    </a:srgbClr>
                  </a:gs>
                  <a:gs pos="33333">
                    <a:srgbClr val="9B7CCF">
                      <a:alpha val="100000"/>
                    </a:srgbClr>
                  </a:gs>
                  <a:gs pos="66667">
                    <a:srgbClr val="FF40DB">
                      <a:alpha val="100000"/>
                    </a:srgbClr>
                  </a:gs>
                  <a:gs pos="100000">
                    <a:srgbClr val="FF4040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1356" cy="45437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87671" y="4567822"/>
            <a:ext cx="8827603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400" dirty="0">
                <a:solidFill>
                  <a:srgbClr val="510C2C"/>
                </a:solidFill>
                <a:latin typeface="Geometria" panose="020B0604020202020204"/>
              </a:rPr>
              <a:t>Ad-Tech Platform for </a:t>
            </a:r>
          </a:p>
          <a:p>
            <a:pPr algn="ctr"/>
            <a:r>
              <a:rPr lang="en-US" sz="2400" dirty="0">
                <a:solidFill>
                  <a:srgbClr val="510C2C"/>
                </a:solidFill>
                <a:latin typeface="Geometria" panose="020B0604020202020204"/>
              </a:rPr>
              <a:t>Media Discovery and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84832-367C-F7F0-F2B6-E34A4C8E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8C95FA7D-C87B-61A0-687A-625A6BBE3D4F}"/>
              </a:ext>
            </a:extLst>
          </p:cNvPr>
          <p:cNvSpPr/>
          <p:nvPr/>
        </p:nvSpPr>
        <p:spPr>
          <a:xfrm>
            <a:off x="-32860" y="-17760"/>
            <a:ext cx="3430115" cy="5191694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1B389633-0087-67C5-66CF-CA0E331A0B7E}"/>
              </a:ext>
            </a:extLst>
          </p:cNvPr>
          <p:cNvSpPr/>
          <p:nvPr/>
        </p:nvSpPr>
        <p:spPr>
          <a:xfrm rot="10800000">
            <a:off x="6855768" y="2062054"/>
            <a:ext cx="5336231" cy="4795946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9FCD9D-0955-EA6D-1E8D-7CCA17E63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827287"/>
              </p:ext>
            </p:extLst>
          </p:nvPr>
        </p:nvGraphicFramePr>
        <p:xfrm>
          <a:off x="827706" y="5462710"/>
          <a:ext cx="6763239" cy="419237"/>
        </p:xfrm>
        <a:graphic>
          <a:graphicData uri="http://schemas.openxmlformats.org/drawingml/2006/table">
            <a:tbl>
              <a:tblPr firstRow="1" bandRow="1"/>
              <a:tblGrid>
                <a:gridCol w="6763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237"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pc="0" dirty="0">
                          <a:solidFill>
                            <a:srgbClr val="351E29"/>
                          </a:solidFill>
                          <a:latin typeface="Geometria" panose="020B0604020202020204" charset="0"/>
                        </a:rPr>
                        <a:t>Station Road, state, Back Lit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CF7F3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9CFEA5-4E0B-FE8E-30B4-DCF7A3763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8714"/>
              </p:ext>
            </p:extLst>
          </p:nvPr>
        </p:nvGraphicFramePr>
        <p:xfrm>
          <a:off x="8078117" y="2333023"/>
          <a:ext cx="3612309" cy="467468"/>
        </p:xfrm>
        <a:graphic>
          <a:graphicData uri="http://schemas.openxmlformats.org/drawingml/2006/table">
            <a:tbl>
              <a:tblPr firstRow="1" bandRow="1"/>
              <a:tblGrid>
                <a:gridCol w="3612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468">
                <a:tc>
                  <a:txBody>
                    <a:bodyPr/>
                    <a:lstStyle/>
                    <a:p>
                      <a:pPr marL="47625" marR="47625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Geometria" panose="020B0604020202020204" charset="0"/>
                        </a:rPr>
                        <a:t>Daily Average Impression: </a:t>
                      </a:r>
                    </a:p>
                  </a:txBody>
                  <a:tcPr marL="59457" marR="59457" marT="118914" marB="83240">
                    <a:lnL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CF7F3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66FE05-1B61-6B8B-BA65-2E17620AA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20868"/>
              </p:ext>
            </p:extLst>
          </p:nvPr>
        </p:nvGraphicFramePr>
        <p:xfrm>
          <a:off x="8078119" y="3625515"/>
          <a:ext cx="3612308" cy="990193"/>
        </p:xfrm>
        <a:graphic>
          <a:graphicData uri="http://schemas.openxmlformats.org/drawingml/2006/table">
            <a:tbl>
              <a:tblPr firstRow="1" bandRow="1"/>
              <a:tblGrid>
                <a:gridCol w="3612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0193">
                <a:tc>
                  <a:txBody>
                    <a:bodyPr/>
                    <a:lstStyle/>
                    <a:p>
                      <a:pPr marL="47625" marR="47625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Geometria" panose="020B0604020202020204" charset="0"/>
                        </a:rPr>
                        <a:t>Traffic Cover Route: </a:t>
                      </a:r>
                    </a:p>
                  </a:txBody>
                  <a:tcPr marL="59457" marR="59457" marT="118914" marB="83240">
                    <a:lnL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CF7F3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93FCA9-F34E-C78F-EF69-FBBEC3E48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696360"/>
              </p:ext>
            </p:extLst>
          </p:nvPr>
        </p:nvGraphicFramePr>
        <p:xfrm>
          <a:off x="8078119" y="4808144"/>
          <a:ext cx="3612307" cy="1057981"/>
        </p:xfrm>
        <a:graphic>
          <a:graphicData uri="http://schemas.openxmlformats.org/drawingml/2006/table">
            <a:tbl>
              <a:tblPr firstRow="1" bandRow="1"/>
              <a:tblGrid>
                <a:gridCol w="361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57981">
                <a:tc>
                  <a:txBody>
                    <a:bodyPr/>
                    <a:lstStyle/>
                    <a:p>
                      <a:pPr marL="47625" marR="47625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Geometria" panose="020B0604020202020204" charset="0"/>
                        </a:rPr>
                        <a:t>Locality: </a:t>
                      </a:r>
                    </a:p>
                  </a:txBody>
                  <a:tcPr marL="59457" marR="59457" marT="118914" marB="83240">
                    <a:lnL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CF7F3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273936A-646C-DD74-CB78-6503EE1B87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52"/>
          <a:stretch/>
        </p:blipFill>
        <p:spPr bwMode="auto">
          <a:xfrm>
            <a:off x="827706" y="1258529"/>
            <a:ext cx="7000995" cy="398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 10">
            <a:extLst>
              <a:ext uri="{FF2B5EF4-FFF2-40B4-BE49-F238E27FC236}">
                <a16:creationId xmlns:a16="http://schemas.microsoft.com/office/drawing/2014/main" id="{B084A38F-E884-4FCF-FEB4-9F1219DF3C00}"/>
              </a:ext>
            </a:extLst>
          </p:cNvPr>
          <p:cNvSpPr/>
          <p:nvPr/>
        </p:nvSpPr>
        <p:spPr>
          <a:xfrm>
            <a:off x="11023553" y="235511"/>
            <a:ext cx="840129" cy="834667"/>
          </a:xfrm>
          <a:custGeom>
            <a:avLst/>
            <a:gdLst/>
            <a:ahLst/>
            <a:cxnLst/>
            <a:rect l="l" t="t" r="r" b="b"/>
            <a:pathLst>
              <a:path w="4514912" h="4485555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716" b="-2381"/>
            </a:stretch>
          </a:blipFill>
        </p:spPr>
        <p:txBody>
          <a:bodyPr/>
          <a:lstStyle/>
          <a:p>
            <a:endParaRPr lang="en-IN" sz="120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FE0157D-0B9C-BFB9-8CDB-F2FF67A16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609835"/>
              </p:ext>
            </p:extLst>
          </p:nvPr>
        </p:nvGraphicFramePr>
        <p:xfrm>
          <a:off x="8078119" y="3010437"/>
          <a:ext cx="3612309" cy="415514"/>
        </p:xfrm>
        <a:graphic>
          <a:graphicData uri="http://schemas.openxmlformats.org/drawingml/2006/table">
            <a:tbl>
              <a:tblPr firstRow="1" bandRow="1"/>
              <a:tblGrid>
                <a:gridCol w="3612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3703">
                <a:tc>
                  <a:txBody>
                    <a:bodyPr/>
                    <a:lstStyle/>
                    <a:p>
                      <a:pPr marL="47625" marR="47625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Geometria" panose="020B0604020202020204" charset="0"/>
                        </a:rPr>
                        <a:t>Dwell Time:</a:t>
                      </a:r>
                    </a:p>
                  </a:txBody>
                  <a:tcPr marL="59457" marR="59457" marT="118914" marB="83240">
                    <a:lnL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CF7F3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F8F63D0-3653-A1BD-0B1A-DFC2BBE49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666694"/>
              </p:ext>
            </p:extLst>
          </p:nvPr>
        </p:nvGraphicFramePr>
        <p:xfrm>
          <a:off x="8078117" y="1655609"/>
          <a:ext cx="3612309" cy="467468"/>
        </p:xfrm>
        <a:graphic>
          <a:graphicData uri="http://schemas.openxmlformats.org/drawingml/2006/table">
            <a:tbl>
              <a:tblPr firstRow="1" bandRow="1"/>
              <a:tblGrid>
                <a:gridCol w="3612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468">
                <a:tc>
                  <a:txBody>
                    <a:bodyPr/>
                    <a:lstStyle/>
                    <a:p>
                      <a:pPr marL="47625" marR="47625" lvl="0" indent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Geometria" panose="020B0604020202020204" charset="0"/>
                        </a:rPr>
                        <a:t>Population:</a:t>
                      </a:r>
                    </a:p>
                  </a:txBody>
                  <a:tcPr marL="59457" marR="59457" marT="118914" marB="83240">
                    <a:lnL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1E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CF7F3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4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F6C05-FBDA-FD6E-2BE4-E775E46A5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F27A3F20-4C59-47DC-4BFA-577663F444EC}"/>
              </a:ext>
            </a:extLst>
          </p:cNvPr>
          <p:cNvSpPr/>
          <p:nvPr/>
        </p:nvSpPr>
        <p:spPr>
          <a:xfrm>
            <a:off x="-32860" y="-17760"/>
            <a:ext cx="3430115" cy="5191694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42A1A1EB-6D39-A377-58C0-56EFA42DDAE1}"/>
              </a:ext>
            </a:extLst>
          </p:cNvPr>
          <p:cNvSpPr/>
          <p:nvPr/>
        </p:nvSpPr>
        <p:spPr>
          <a:xfrm rot="10800000">
            <a:off x="6855768" y="2062054"/>
            <a:ext cx="5336231" cy="4795946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35ECBF-3804-C914-7F70-B1E9ACC77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52"/>
          <a:stretch/>
        </p:blipFill>
        <p:spPr bwMode="auto">
          <a:xfrm>
            <a:off x="1601533" y="872613"/>
            <a:ext cx="8988933" cy="511277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 10">
            <a:extLst>
              <a:ext uri="{FF2B5EF4-FFF2-40B4-BE49-F238E27FC236}">
                <a16:creationId xmlns:a16="http://schemas.microsoft.com/office/drawing/2014/main" id="{17D96CB0-6932-FA86-F366-7E464A3D5D64}"/>
              </a:ext>
            </a:extLst>
          </p:cNvPr>
          <p:cNvSpPr/>
          <p:nvPr/>
        </p:nvSpPr>
        <p:spPr>
          <a:xfrm>
            <a:off x="11023553" y="235511"/>
            <a:ext cx="840129" cy="834667"/>
          </a:xfrm>
          <a:custGeom>
            <a:avLst/>
            <a:gdLst/>
            <a:ahLst/>
            <a:cxnLst/>
            <a:rect l="l" t="t" r="r" b="b"/>
            <a:pathLst>
              <a:path w="4514912" h="4485555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716" b="-2381"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188CC-B20D-C5D2-E851-23F194D51E72}"/>
              </a:ext>
            </a:extLst>
          </p:cNvPr>
          <p:cNvSpPr txBox="1"/>
          <p:nvPr/>
        </p:nvSpPr>
        <p:spPr>
          <a:xfrm>
            <a:off x="223231" y="6550223"/>
            <a:ext cx="61107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0" i="0" dirty="0">
                <a:effectLst/>
              </a:rPr>
              <a:t>www.excellentpublicity.com</a:t>
            </a:r>
            <a:endParaRPr lang="en-IN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6736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4">
            <a:extLst>
              <a:ext uri="{FF2B5EF4-FFF2-40B4-BE49-F238E27FC236}">
                <a16:creationId xmlns:a16="http://schemas.microsoft.com/office/drawing/2014/main" id="{AC27CCAD-1687-29F8-DC39-E6EA20D21D79}"/>
              </a:ext>
            </a:extLst>
          </p:cNvPr>
          <p:cNvGrpSpPr/>
          <p:nvPr/>
        </p:nvGrpSpPr>
        <p:grpSpPr>
          <a:xfrm>
            <a:off x="3857296" y="4423543"/>
            <a:ext cx="4561489" cy="698400"/>
            <a:chOff x="0" y="-38100"/>
            <a:chExt cx="1769552" cy="299653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4103898C-A70A-E84D-4794-73EF5675500B}"/>
                </a:ext>
              </a:extLst>
            </p:cNvPr>
            <p:cNvSpPr/>
            <p:nvPr/>
          </p:nvSpPr>
          <p:spPr>
            <a:xfrm>
              <a:off x="0" y="0"/>
              <a:ext cx="1769552" cy="261553"/>
            </a:xfrm>
            <a:custGeom>
              <a:avLst/>
              <a:gdLst/>
              <a:ahLst/>
              <a:cxnLst/>
              <a:rect l="l" t="t" r="r" b="b"/>
              <a:pathLst>
                <a:path w="1769552" h="261553">
                  <a:moveTo>
                    <a:pt x="23483" y="0"/>
                  </a:moveTo>
                  <a:lnTo>
                    <a:pt x="1746070" y="0"/>
                  </a:lnTo>
                  <a:cubicBezTo>
                    <a:pt x="1752298" y="0"/>
                    <a:pt x="1758271" y="2474"/>
                    <a:pt x="1762675" y="6878"/>
                  </a:cubicBezTo>
                  <a:cubicBezTo>
                    <a:pt x="1767078" y="11282"/>
                    <a:pt x="1769552" y="17255"/>
                    <a:pt x="1769552" y="23483"/>
                  </a:cubicBezTo>
                  <a:lnTo>
                    <a:pt x="1769552" y="238071"/>
                  </a:lnTo>
                  <a:cubicBezTo>
                    <a:pt x="1769552" y="251040"/>
                    <a:pt x="1759039" y="261553"/>
                    <a:pt x="1746070" y="261553"/>
                  </a:cubicBezTo>
                  <a:lnTo>
                    <a:pt x="23483" y="261553"/>
                  </a:lnTo>
                  <a:cubicBezTo>
                    <a:pt x="17255" y="261553"/>
                    <a:pt x="11282" y="259079"/>
                    <a:pt x="6878" y="254675"/>
                  </a:cubicBezTo>
                  <a:cubicBezTo>
                    <a:pt x="2474" y="250271"/>
                    <a:pt x="0" y="244298"/>
                    <a:pt x="0" y="238071"/>
                  </a:cubicBezTo>
                  <a:lnTo>
                    <a:pt x="0" y="23483"/>
                  </a:lnTo>
                  <a:cubicBezTo>
                    <a:pt x="0" y="17255"/>
                    <a:pt x="2474" y="11282"/>
                    <a:pt x="6878" y="6878"/>
                  </a:cubicBezTo>
                  <a:cubicBezTo>
                    <a:pt x="11282" y="2474"/>
                    <a:pt x="17255" y="0"/>
                    <a:pt x="234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gradFill>
                <a:gsLst>
                  <a:gs pos="0">
                    <a:srgbClr val="660049">
                      <a:alpha val="100000"/>
                    </a:srgbClr>
                  </a:gs>
                  <a:gs pos="33333">
                    <a:srgbClr val="9B7CCF">
                      <a:alpha val="100000"/>
                    </a:srgbClr>
                  </a:gs>
                  <a:gs pos="66667">
                    <a:srgbClr val="FF40DB">
                      <a:alpha val="100000"/>
                    </a:srgbClr>
                  </a:gs>
                  <a:gs pos="100000">
                    <a:srgbClr val="FF4040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E966922C-1396-1465-A998-B307E9D06EFB}"/>
                </a:ext>
              </a:extLst>
            </p:cNvPr>
            <p:cNvSpPr txBox="1"/>
            <p:nvPr/>
          </p:nvSpPr>
          <p:spPr>
            <a:xfrm>
              <a:off x="0" y="-38100"/>
              <a:ext cx="1769552" cy="29965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1" name="Freeform 10">
            <a:extLst>
              <a:ext uri="{FF2B5EF4-FFF2-40B4-BE49-F238E27FC236}">
                <a16:creationId xmlns:a16="http://schemas.microsoft.com/office/drawing/2014/main" id="{CC7319BA-7686-2D3A-3067-2C593FC74243}"/>
              </a:ext>
            </a:extLst>
          </p:cNvPr>
          <p:cNvSpPr/>
          <p:nvPr/>
        </p:nvSpPr>
        <p:spPr>
          <a:xfrm>
            <a:off x="5048547" y="1174596"/>
            <a:ext cx="2094906" cy="2081285"/>
          </a:xfrm>
          <a:custGeom>
            <a:avLst/>
            <a:gdLst/>
            <a:ahLst/>
            <a:cxnLst/>
            <a:rect l="l" t="t" r="r" b="b"/>
            <a:pathLst>
              <a:path w="4514912" h="4485555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716" b="-2381"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DAE5C6-C872-BF2B-B62D-2FCC20271601}"/>
              </a:ext>
            </a:extLst>
          </p:cNvPr>
          <p:cNvSpPr txBox="1"/>
          <p:nvPr/>
        </p:nvSpPr>
        <p:spPr>
          <a:xfrm>
            <a:off x="3048000" y="3354845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IN" sz="6600" b="1" i="0" dirty="0">
                <a:solidFill>
                  <a:srgbClr val="351E29"/>
                </a:solidFill>
                <a:effectLst/>
                <a:latin typeface="Geometria" panose="020B0604020202020204"/>
              </a:rPr>
              <a:t>THANK YOU</a:t>
            </a:r>
            <a:endParaRPr lang="en-IN" sz="6600" b="1" dirty="0">
              <a:solidFill>
                <a:srgbClr val="351E29"/>
              </a:solidFill>
              <a:effectLst/>
              <a:latin typeface="Geometria" panose="020B060402020202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7C65E5-1A2E-7532-9E5A-798E35F8E28F}"/>
              </a:ext>
            </a:extLst>
          </p:cNvPr>
          <p:cNvSpPr txBox="1"/>
          <p:nvPr/>
        </p:nvSpPr>
        <p:spPr>
          <a:xfrm>
            <a:off x="4387899" y="4627231"/>
            <a:ext cx="35002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0" i="0" dirty="0">
                <a:solidFill>
                  <a:srgbClr val="351E29"/>
                </a:solidFill>
                <a:effectLst/>
              </a:rPr>
              <a:t>Let’s Build Success Together!</a:t>
            </a:r>
            <a:endParaRPr lang="en-IN" sz="2000" dirty="0">
              <a:solidFill>
                <a:srgbClr val="351E29"/>
              </a:solidFill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D1A386-AADB-4915-9347-BB62990D0EDB}"/>
              </a:ext>
            </a:extLst>
          </p:cNvPr>
          <p:cNvSpPr txBox="1"/>
          <p:nvPr/>
        </p:nvSpPr>
        <p:spPr>
          <a:xfrm>
            <a:off x="3048000" y="535248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400" b="0" i="0" dirty="0">
                <a:solidFill>
                  <a:srgbClr val="351E29"/>
                </a:solidFill>
                <a:effectLst/>
                <a:latin typeface="Geometria" panose="020B0604020202020204"/>
              </a:rPr>
              <a:t>www.excellentpublicity.com</a:t>
            </a:r>
            <a:endParaRPr lang="en-IN" sz="1400" dirty="0">
              <a:solidFill>
                <a:srgbClr val="351E29"/>
              </a:solidFill>
              <a:effectLst/>
              <a:latin typeface="Geometria" panose="020B0604020202020204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25EBB284-E256-F4A3-BE6F-6EAC685FFEEF}"/>
              </a:ext>
            </a:extLst>
          </p:cNvPr>
          <p:cNvSpPr/>
          <p:nvPr/>
        </p:nvSpPr>
        <p:spPr>
          <a:xfrm>
            <a:off x="-32860" y="-17760"/>
            <a:ext cx="3430115" cy="5191694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07FEAC2-87D9-D076-7209-C93E3D23C2DA}"/>
              </a:ext>
            </a:extLst>
          </p:cNvPr>
          <p:cNvSpPr/>
          <p:nvPr/>
        </p:nvSpPr>
        <p:spPr>
          <a:xfrm rot="10800000">
            <a:off x="6855768" y="2062054"/>
            <a:ext cx="5336231" cy="4795946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46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Geometria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Rhythem Jain</dc:creator>
  <cp:lastModifiedBy>Rhythem Jain</cp:lastModifiedBy>
  <cp:revision>1</cp:revision>
  <dcterms:created xsi:type="dcterms:W3CDTF">2026-02-11T08:14:09Z</dcterms:created>
  <dcterms:modified xsi:type="dcterms:W3CDTF">2026-03-05T12:37:40Z</dcterms:modified>
</cp:coreProperties>
</file>